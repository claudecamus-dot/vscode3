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2" r:id="rId1"/>
  </p:sldMasterIdLst>
  <p:notesMasterIdLst>
    <p:notesMasterId r:id="rId11"/>
  </p:notesMasterIdLst>
  <p:sldIdLst>
    <p:sldId id="256" r:id="rId10"/>
    <p:sldId id="257" r:id="rId9"/>
    <p:sldId id="258" r:id="rId8"/>
    <p:sldId id="259" r:id="rId7"/>
    <p:sldId id="260" r:id="rId6"/>
    <p:sldId id="261" r:id="rId5"/>
    <p:sldId id="262" r:id="rId4"/>
    <p:sldId id="263" r:id="rId3"/>
    <p:sldId id="264" r:id="rId2"/>
    <p:sldId id="265" r:id="rId32"/>
    <p:sldId id="266" r:id="rId33"/>
  </p:sldIdLst>
  <p:sldSz cx="9144000" cy="5143500" type="screen16x9"/>
  <p:notesSz cx="6858000" cy="9144000"/>
  <p:embeddedFontLst>
    <p:embeddedFont>
      <p:font typeface="Century Gothic" panose="020B0502020202020204" pitchFamily="34" charset="0"/>
      <p:regular r:id="rId12"/>
      <p:bold r:id="rId13"/>
      <p:italic r:id="rId14"/>
      <p:boldItalic r:id="rId15"/>
    </p:embeddedFont>
    <p:embeddedFont>
      <p:font typeface="Helvetica Neue Light" panose="020B0604020202020204" charset="0"/>
      <p:regular r:id="rId16"/>
      <p:bold r:id="rId17"/>
      <p:italic r:id="rId18"/>
      <p:boldItalic r:id="rId19"/>
    </p:embeddedFont>
    <p:embeddedFont>
      <p:font typeface="Outfit" panose="020B0604020202020204" charset="0"/>
      <p:regular r:id="rId20"/>
      <p:bold r:id="rId21"/>
    </p:embeddedFont>
    <p:embeddedFont>
      <p:font typeface="Outfit Light" panose="020B0604020202020204" charset="0"/>
      <p:regular r:id="rId22"/>
      <p:bold r:id="rId23"/>
    </p:embeddedFont>
    <p:embeddedFont>
      <p:font typeface="Outfit Medium" panose="020B0604020202020204" charset="0"/>
      <p:regular r:id="rId24"/>
      <p:bold r:id="rId25"/>
    </p:embeddedFont>
    <p:embeddedFont>
      <p:font typeface="Outfit SemiBold" panose="020B0604020202020204" charset="0"/>
      <p:regular r:id="rId26"/>
      <p:bold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>
          <p15:clr>
            <a:srgbClr val="A4A3A4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520" y="56"/>
      </p:cViewPr>
      <p:guideLst>
        <p:guide orient="horz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font" Target="fonts/font1.fntdata"/><Relationship Id="rId13" Type="http://schemas.openxmlformats.org/officeDocument/2006/relationships/font" Target="fonts/font2.fntdata"/><Relationship Id="rId14" Type="http://schemas.openxmlformats.org/officeDocument/2006/relationships/font" Target="fonts/font3.fntdata"/><Relationship Id="rId15" Type="http://schemas.openxmlformats.org/officeDocument/2006/relationships/font" Target="fonts/font4.fntdata"/><Relationship Id="rId16" Type="http://schemas.openxmlformats.org/officeDocument/2006/relationships/font" Target="fonts/font5.fntdata"/><Relationship Id="rId17" Type="http://schemas.openxmlformats.org/officeDocument/2006/relationships/font" Target="fonts/font6.fntdata"/><Relationship Id="rId18" Type="http://schemas.openxmlformats.org/officeDocument/2006/relationships/font" Target="fonts/font7.fntdata"/><Relationship Id="rId19" Type="http://schemas.openxmlformats.org/officeDocument/2006/relationships/font" Target="fonts/font8.fntdata"/><Relationship Id="rId20" Type="http://schemas.openxmlformats.org/officeDocument/2006/relationships/font" Target="fonts/font9.fntdata"/><Relationship Id="rId21" Type="http://schemas.openxmlformats.org/officeDocument/2006/relationships/font" Target="fonts/font10.fntdata"/><Relationship Id="rId22" Type="http://schemas.openxmlformats.org/officeDocument/2006/relationships/font" Target="fonts/font11.fntdata"/><Relationship Id="rId23" Type="http://schemas.openxmlformats.org/officeDocument/2006/relationships/font" Target="fonts/font12.fntdata"/><Relationship Id="rId24" Type="http://schemas.openxmlformats.org/officeDocument/2006/relationships/font" Target="fonts/font13.fntdata"/><Relationship Id="rId25" Type="http://schemas.openxmlformats.org/officeDocument/2006/relationships/font" Target="fonts/font14.fntdata"/><Relationship Id="rId26" Type="http://schemas.openxmlformats.org/officeDocument/2006/relationships/font" Target="fonts/font15.fntdata"/><Relationship Id="rId27" Type="http://schemas.openxmlformats.org/officeDocument/2006/relationships/font" Target="fonts/font16.fntdata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10.xml"/><Relationship Id="rId33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Century Gothic"/>
              <a:buChar char="๏"/>
              <a:defRPr sz="14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Century Gothic"/>
              <a:buChar char="&gt;"/>
              <a:defRPr sz="12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marR="0" lvl="2" indent="-2921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Century Gothic"/>
              <a:buChar char="+"/>
              <a:defRPr sz="10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1828800" marR="0" lvl="3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Courier New"/>
              <a:buChar char="o"/>
              <a:defRPr sz="9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2286000" marR="0" lvl="4" indent="-279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Century Gothic"/>
              <a:buChar char="○"/>
              <a:defRPr sz="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2743200" marR="0" lvl="5" indent="-2730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700"/>
              <a:buFont typeface="Century Gothic"/>
              <a:buChar char="○"/>
              <a:defRPr sz="7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3200400" marR="0" lvl="6" indent="-2667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600"/>
              <a:buFont typeface="Century Gothic"/>
              <a:buChar char="○"/>
              <a:defRPr sz="6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3657600" marR="0" lvl="7" indent="-2667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600"/>
              <a:buFont typeface="Century Gothic"/>
              <a:buChar char="○"/>
              <a:defRPr sz="6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4114800" marR="0" lvl="8" indent="-2667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600"/>
              <a:buFont typeface="Century Gothic"/>
              <a:buChar char="○"/>
              <a:defRPr sz="600" b="0" i="0" u="none" strike="noStrike" cap="none">
                <a:solidFill>
                  <a:schemeClr val="accent6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06 - Slide vide">
  <p:cSld name="06 - Slide vide">
    <p:bg>
      <p:bgPr>
        <a:solidFill>
          <a:schemeClr val="lt1"/>
        </a:solid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oogle Shape;19;p2"/>
          <p:cNvGrpSpPr/>
          <p:nvPr/>
        </p:nvGrpSpPr>
        <p:grpSpPr>
          <a:xfrm>
            <a:off x="276301" y="292130"/>
            <a:ext cx="170063" cy="166438"/>
            <a:chOff x="6838242" y="518225"/>
            <a:chExt cx="1247708" cy="1221114"/>
          </a:xfrm>
        </p:grpSpPr>
        <p:sp>
          <p:nvSpPr>
            <p:cNvPr id="20" name="Google Shape;20;p2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23" name="Google Shape;23;p2"/>
          <p:cNvSpPr txBox="1"/>
          <p:nvPr/>
        </p:nvSpPr>
        <p:spPr>
          <a:xfrm>
            <a:off x="8459275" y="4651925"/>
            <a:ext cx="499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Outfit"/>
              <a:buNone/>
            </a:pPr>
            <a:r>
              <a:rPr lang="en-US" sz="800" b="0" i="0" u="none" strike="noStrike" cap="none">
                <a:solidFill>
                  <a:srgbClr val="00D2DD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.</a:t>
            </a:r>
            <a:fld id="{00000000-1234-1234-1234-123412341234}" type="slidenum">
              <a:rPr lang="en-US"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‹#›</a:t>
            </a:fld>
            <a:endParaRPr sz="800" b="0" i="0" u="none" strike="noStrike" cap="none">
              <a:solidFill>
                <a:srgbClr val="0E2356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</p:txBody>
      </p:sp>
      <p:cxnSp>
        <p:nvCxnSpPr>
          <p:cNvPr id="24" name="Google Shape;24;p2"/>
          <p:cNvCxnSpPr>
            <a:stCxn id="25" idx="2"/>
          </p:cNvCxnSpPr>
          <p:nvPr/>
        </p:nvCxnSpPr>
        <p:spPr>
          <a:xfrm>
            <a:off x="8676034" y="4864644"/>
            <a:ext cx="1914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6" name="Google Shape;26;p2"/>
          <p:cNvSpPr/>
          <p:nvPr/>
        </p:nvSpPr>
        <p:spPr>
          <a:xfrm>
            <a:off x="8662728" y="4667715"/>
            <a:ext cx="200700" cy="196200"/>
          </a:xfrm>
          <a:prstGeom prst="arc">
            <a:avLst>
              <a:gd name="adj1" fmla="val 16241889"/>
              <a:gd name="adj2" fmla="val 167312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27" name="Google Shape;27;p2"/>
          <p:cNvCxnSpPr>
            <a:endCxn id="26" idx="2"/>
          </p:cNvCxnSpPr>
          <p:nvPr/>
        </p:nvCxnSpPr>
        <p:spPr>
          <a:xfrm rot="10800000">
            <a:off x="8863304" y="4770697"/>
            <a:ext cx="0" cy="9840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" name="Google Shape;28;p2"/>
          <p:cNvSpPr/>
          <p:nvPr/>
        </p:nvSpPr>
        <p:spPr>
          <a:xfrm rot="-5400000">
            <a:off x="8575218" y="4670051"/>
            <a:ext cx="200700" cy="196200"/>
          </a:xfrm>
          <a:prstGeom prst="arc">
            <a:avLst>
              <a:gd name="adj1" fmla="val 16241889"/>
              <a:gd name="adj2" fmla="val 11524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5" name="Google Shape;25;p2"/>
          <p:cNvSpPr/>
          <p:nvPr/>
        </p:nvSpPr>
        <p:spPr>
          <a:xfrm rot="-5400000" flipH="1">
            <a:off x="8575218" y="4666195"/>
            <a:ext cx="200700" cy="196200"/>
          </a:xfrm>
          <a:prstGeom prst="arc">
            <a:avLst>
              <a:gd name="adj1" fmla="val 16241889"/>
              <a:gd name="adj2" fmla="val 15973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29" name="Google Shape;29;p2"/>
          <p:cNvCxnSpPr>
            <a:stCxn id="28" idx="2"/>
            <a:endCxn id="26" idx="0"/>
          </p:cNvCxnSpPr>
          <p:nvPr/>
        </p:nvCxnSpPr>
        <p:spPr>
          <a:xfrm>
            <a:off x="8675904" y="4667802"/>
            <a:ext cx="885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0" name="Google Shape;30;p2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 - Titre, sous-titre et contenu">
  <p:cSld name="01 - Titre, sous-titre et contenu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3"/>
          <p:cNvSpPr txBox="1">
            <a:spLocks noGrp="1"/>
          </p:cNvSpPr>
          <p:nvPr>
            <p:ph type="body" idx="1"/>
          </p:nvPr>
        </p:nvSpPr>
        <p:spPr>
          <a:xfrm>
            <a:off x="562825" y="1273150"/>
            <a:ext cx="7957800" cy="359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3" name="Google Shape;33;p3"/>
          <p:cNvSpPr txBox="1">
            <a:spLocks noGrp="1"/>
          </p:cNvSpPr>
          <p:nvPr>
            <p:ph type="subTitle" idx="2"/>
          </p:nvPr>
        </p:nvSpPr>
        <p:spPr>
          <a:xfrm>
            <a:off x="567950" y="773825"/>
            <a:ext cx="79578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4" name="Google Shape;34;p3"/>
          <p:cNvSpPr txBox="1">
            <a:spLocks noGrp="1"/>
          </p:cNvSpPr>
          <p:nvPr>
            <p:ph type="title"/>
          </p:nvPr>
        </p:nvSpPr>
        <p:spPr>
          <a:xfrm>
            <a:off x="562825" y="361400"/>
            <a:ext cx="79578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50 - Chapitre [1]">
  <p:cSld name="50 - Chapitre [1]">
    <p:bg>
      <p:bgPr>
        <a:solidFill>
          <a:schemeClr val="lt1"/>
        </a:solidFill>
        <a:effectLst/>
      </p:bgPr>
    </p:bg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"/>
          <p:cNvSpPr/>
          <p:nvPr/>
        </p:nvSpPr>
        <p:spPr>
          <a:xfrm>
            <a:off x="1396875" y="1659950"/>
            <a:ext cx="2560500" cy="2560500"/>
          </a:xfrm>
          <a:prstGeom prst="teardrop">
            <a:avLst>
              <a:gd name="adj" fmla="val 100000"/>
            </a:avLst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4"/>
          <p:cNvSpPr/>
          <p:nvPr/>
        </p:nvSpPr>
        <p:spPr>
          <a:xfrm>
            <a:off x="3457625" y="1226750"/>
            <a:ext cx="499500" cy="433200"/>
          </a:xfrm>
          <a:prstGeom prst="round1Rect">
            <a:avLst>
              <a:gd name="adj" fmla="val 50000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700" b="1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8" name="Google Shape;38;p4"/>
          <p:cNvSpPr txBox="1">
            <a:spLocks noGrp="1"/>
          </p:cNvSpPr>
          <p:nvPr>
            <p:ph type="title"/>
          </p:nvPr>
        </p:nvSpPr>
        <p:spPr>
          <a:xfrm>
            <a:off x="4295825" y="1918050"/>
            <a:ext cx="4164300" cy="18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39" name="Google Shape;39;p4"/>
          <p:cNvGrpSpPr/>
          <p:nvPr/>
        </p:nvGrpSpPr>
        <p:grpSpPr>
          <a:xfrm>
            <a:off x="3171776" y="1360130"/>
            <a:ext cx="170063" cy="166438"/>
            <a:chOff x="6838242" y="518225"/>
            <a:chExt cx="1247708" cy="1221114"/>
          </a:xfrm>
        </p:grpSpPr>
        <p:sp>
          <p:nvSpPr>
            <p:cNvPr id="40" name="Google Shape;40;p4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1" name="Google Shape;41;p4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2" name="Google Shape;42;p4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43" name="Google Shape;43;p4"/>
          <p:cNvSpPr txBox="1"/>
          <p:nvPr/>
        </p:nvSpPr>
        <p:spPr>
          <a:xfrm>
            <a:off x="8460075" y="4651925"/>
            <a:ext cx="499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Outfit"/>
              <a:buNone/>
            </a:pPr>
            <a:r>
              <a:rPr lang="en-US" sz="800" b="0" i="0" u="none" strike="noStrike" cap="none">
                <a:solidFill>
                  <a:srgbClr val="00D2DD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.</a:t>
            </a:r>
            <a:fld id="{00000000-1234-1234-1234-123412341234}" type="slidenum">
              <a:rPr lang="en-US"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‹#›</a:t>
            </a:fld>
            <a:endParaRPr sz="800" b="0" i="0" u="none" strike="noStrike" cap="none">
              <a:solidFill>
                <a:srgbClr val="0E2356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</p:txBody>
      </p:sp>
      <p:cxnSp>
        <p:nvCxnSpPr>
          <p:cNvPr id="44" name="Google Shape;44;p4"/>
          <p:cNvCxnSpPr>
            <a:stCxn id="45" idx="2"/>
          </p:cNvCxnSpPr>
          <p:nvPr/>
        </p:nvCxnSpPr>
        <p:spPr>
          <a:xfrm>
            <a:off x="8676834" y="4864644"/>
            <a:ext cx="1914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6" name="Google Shape;46;p4"/>
          <p:cNvSpPr/>
          <p:nvPr/>
        </p:nvSpPr>
        <p:spPr>
          <a:xfrm>
            <a:off x="8663528" y="4667715"/>
            <a:ext cx="200700" cy="196200"/>
          </a:xfrm>
          <a:prstGeom prst="arc">
            <a:avLst>
              <a:gd name="adj1" fmla="val 16241889"/>
              <a:gd name="adj2" fmla="val 167312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47" name="Google Shape;47;p4"/>
          <p:cNvCxnSpPr>
            <a:endCxn id="46" idx="2"/>
          </p:cNvCxnSpPr>
          <p:nvPr/>
        </p:nvCxnSpPr>
        <p:spPr>
          <a:xfrm rot="10800000">
            <a:off x="8864104" y="4770697"/>
            <a:ext cx="0" cy="9840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8" name="Google Shape;48;p4"/>
          <p:cNvSpPr/>
          <p:nvPr/>
        </p:nvSpPr>
        <p:spPr>
          <a:xfrm rot="-5400000">
            <a:off x="8576018" y="4670051"/>
            <a:ext cx="200700" cy="196200"/>
          </a:xfrm>
          <a:prstGeom prst="arc">
            <a:avLst>
              <a:gd name="adj1" fmla="val 16241889"/>
              <a:gd name="adj2" fmla="val 11524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5" name="Google Shape;45;p4"/>
          <p:cNvSpPr/>
          <p:nvPr/>
        </p:nvSpPr>
        <p:spPr>
          <a:xfrm rot="-5400000" flipH="1">
            <a:off x="8576018" y="4666195"/>
            <a:ext cx="200700" cy="196200"/>
          </a:xfrm>
          <a:prstGeom prst="arc">
            <a:avLst>
              <a:gd name="adj1" fmla="val 16241889"/>
              <a:gd name="adj2" fmla="val 15973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49" name="Google Shape;49;p4"/>
          <p:cNvCxnSpPr>
            <a:stCxn id="48" idx="2"/>
            <a:endCxn id="46" idx="0"/>
          </p:cNvCxnSpPr>
          <p:nvPr/>
        </p:nvCxnSpPr>
        <p:spPr>
          <a:xfrm>
            <a:off x="8676704" y="4667802"/>
            <a:ext cx="885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" name="Google Shape;50;p4"/>
          <p:cNvSpPr/>
          <p:nvPr/>
        </p:nvSpPr>
        <p:spPr>
          <a:xfrm>
            <a:off x="497875" y="564900"/>
            <a:ext cx="136800" cy="1368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1" name="Google Shape;51;p4"/>
          <p:cNvSpPr txBox="1"/>
          <p:nvPr/>
        </p:nvSpPr>
        <p:spPr>
          <a:xfrm rot="-5400000">
            <a:off x="-309195" y="4233200"/>
            <a:ext cx="123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Century Gothic"/>
              <a:buNone/>
            </a:pPr>
            <a:r>
              <a:rPr lang="en-US" sz="600">
                <a:solidFill>
                  <a:srgbClr val="0E2356"/>
                </a:solidFill>
                <a:latin typeface="Outfit Medium"/>
                <a:ea typeface="Outfit Medium"/>
                <a:cs typeface="Outfit Medium"/>
                <a:sym typeface="Outfit Medium"/>
              </a:rPr>
              <a:t>THERE IS A BETTER WAY</a:t>
            </a:r>
            <a:endParaRPr sz="60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sp>
        <p:nvSpPr>
          <p:cNvPr id="52" name="Google Shape;52;p4"/>
          <p:cNvSpPr txBox="1"/>
          <p:nvPr/>
        </p:nvSpPr>
        <p:spPr>
          <a:xfrm>
            <a:off x="2277075" y="2327800"/>
            <a:ext cx="800100" cy="10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r>
              <a:rPr lang="en-US"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rPr>
              <a:t>ici mettre une Photo</a:t>
            </a:r>
            <a:endParaRPr sz="1400" b="0" i="0" u="none" strike="noStrike" cap="none">
              <a:solidFill>
                <a:srgbClr val="FF4338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3" name="Google Shape;53;p4"/>
          <p:cNvSpPr txBox="1">
            <a:spLocks noGrp="1"/>
          </p:cNvSpPr>
          <p:nvPr>
            <p:ph type="body" idx="1"/>
          </p:nvPr>
        </p:nvSpPr>
        <p:spPr>
          <a:xfrm>
            <a:off x="3457650" y="1226600"/>
            <a:ext cx="499500" cy="43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๏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&gt;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+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o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๏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&gt;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+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o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■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4" name="Google Shape;54;p4"/>
          <p:cNvSpPr/>
          <p:nvPr/>
        </p:nvSpPr>
        <p:spPr>
          <a:xfrm rot="-5400000">
            <a:off x="3014525" y="1216850"/>
            <a:ext cx="433200" cy="453000"/>
          </a:xfrm>
          <a:prstGeom prst="round2SameRect">
            <a:avLst>
              <a:gd name="adj1" fmla="val 50000"/>
              <a:gd name="adj2" fmla="val 0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799">
          <p15:clr>
            <a:srgbClr val="FA7B17"/>
          </p15:clr>
        </p15:guide>
        <p15:guide id="2" pos="5625">
          <p15:clr>
            <a:srgbClr val="FA7B17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 - Titre et contenu">
  <p:cSld name="02 - Titre et contenu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5"/>
          <p:cNvSpPr txBox="1">
            <a:spLocks noGrp="1"/>
          </p:cNvSpPr>
          <p:nvPr>
            <p:ph type="body" idx="1"/>
          </p:nvPr>
        </p:nvSpPr>
        <p:spPr>
          <a:xfrm>
            <a:off x="578425" y="817575"/>
            <a:ext cx="7929000" cy="40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7" name="Google Shape;57;p5"/>
          <p:cNvSpPr txBox="1">
            <a:spLocks noGrp="1"/>
          </p:cNvSpPr>
          <p:nvPr>
            <p:ph type="title"/>
          </p:nvPr>
        </p:nvSpPr>
        <p:spPr>
          <a:xfrm>
            <a:off x="562500" y="361400"/>
            <a:ext cx="7929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 - Titre et sous-titre">
  <p:cSld name="03 - Titre et sous-titre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6"/>
          <p:cNvSpPr txBox="1">
            <a:spLocks noGrp="1"/>
          </p:cNvSpPr>
          <p:nvPr>
            <p:ph type="subTitle" idx="1"/>
          </p:nvPr>
        </p:nvSpPr>
        <p:spPr>
          <a:xfrm>
            <a:off x="571500" y="779175"/>
            <a:ext cx="8019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60" name="Google Shape;60;p6"/>
          <p:cNvSpPr txBox="1">
            <a:spLocks noGrp="1"/>
          </p:cNvSpPr>
          <p:nvPr>
            <p:ph type="title"/>
          </p:nvPr>
        </p:nvSpPr>
        <p:spPr>
          <a:xfrm>
            <a:off x="562825" y="361400"/>
            <a:ext cx="8019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 - Titre seul">
  <p:cSld name="04 - Titre seul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7"/>
          <p:cNvSpPr txBox="1">
            <a:spLocks noGrp="1"/>
          </p:cNvSpPr>
          <p:nvPr>
            <p:ph type="title"/>
          </p:nvPr>
        </p:nvSpPr>
        <p:spPr>
          <a:xfrm>
            <a:off x="562500" y="361400"/>
            <a:ext cx="8019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 - Focus">
  <p:cSld name="05 - Focus">
    <p:bg>
      <p:bgPr>
        <a:solidFill>
          <a:schemeClr val="dk2"/>
        </a:solid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8"/>
          <p:cNvSpPr/>
          <p:nvPr/>
        </p:nvSpPr>
        <p:spPr>
          <a:xfrm>
            <a:off x="185625" y="210050"/>
            <a:ext cx="190500" cy="175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65" name="Google Shape;65;p8"/>
          <p:cNvSpPr/>
          <p:nvPr/>
        </p:nvSpPr>
        <p:spPr>
          <a:xfrm>
            <a:off x="276300" y="292125"/>
            <a:ext cx="8591400" cy="4571700"/>
          </a:xfrm>
          <a:prstGeom prst="roundRect">
            <a:avLst>
              <a:gd name="adj" fmla="val 3551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66" name="Google Shape;66;p8"/>
          <p:cNvSpPr/>
          <p:nvPr/>
        </p:nvSpPr>
        <p:spPr>
          <a:xfrm rot="-5400000">
            <a:off x="-1143306" y="34836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lt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chemeClr val="lt1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sp>
        <p:nvSpPr>
          <p:cNvPr id="67" name="Google Shape;67;p8"/>
          <p:cNvSpPr txBox="1">
            <a:spLocks noGrp="1"/>
          </p:cNvSpPr>
          <p:nvPr>
            <p:ph type="subTitle" idx="1"/>
          </p:nvPr>
        </p:nvSpPr>
        <p:spPr>
          <a:xfrm>
            <a:off x="571500" y="778000"/>
            <a:ext cx="7884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68" name="Google Shape;68;p8"/>
          <p:cNvSpPr txBox="1">
            <a:spLocks noGrp="1"/>
          </p:cNvSpPr>
          <p:nvPr>
            <p:ph type="title"/>
          </p:nvPr>
        </p:nvSpPr>
        <p:spPr>
          <a:xfrm>
            <a:off x="563300" y="361275"/>
            <a:ext cx="7884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69" name="Google Shape;69;p8"/>
          <p:cNvSpPr txBox="1">
            <a:spLocks noGrp="1"/>
          </p:cNvSpPr>
          <p:nvPr>
            <p:ph type="body" idx="2"/>
          </p:nvPr>
        </p:nvSpPr>
        <p:spPr>
          <a:xfrm>
            <a:off x="571500" y="1273150"/>
            <a:ext cx="7884000" cy="35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91425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70" name="Google Shape;70;p8"/>
          <p:cNvGrpSpPr/>
          <p:nvPr/>
        </p:nvGrpSpPr>
        <p:grpSpPr>
          <a:xfrm>
            <a:off x="89501" y="125680"/>
            <a:ext cx="8793074" cy="4738970"/>
            <a:chOff x="89501" y="125680"/>
            <a:chExt cx="8793074" cy="4738970"/>
          </a:xfrm>
        </p:grpSpPr>
        <p:grpSp>
          <p:nvGrpSpPr>
            <p:cNvPr id="71" name="Google Shape;71;p8"/>
            <p:cNvGrpSpPr/>
            <p:nvPr/>
          </p:nvGrpSpPr>
          <p:grpSpPr>
            <a:xfrm>
              <a:off x="89501" y="125680"/>
              <a:ext cx="170063" cy="166438"/>
              <a:chOff x="6838242" y="518225"/>
              <a:chExt cx="1247708" cy="1221114"/>
            </a:xfrm>
          </p:grpSpPr>
          <p:sp>
            <p:nvSpPr>
              <p:cNvPr id="72" name="Google Shape;72;p8"/>
              <p:cNvSpPr/>
              <p:nvPr/>
            </p:nvSpPr>
            <p:spPr>
              <a:xfrm>
                <a:off x="7870550" y="518225"/>
                <a:ext cx="215400" cy="2154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73" name="Google Shape;73;p8"/>
              <p:cNvSpPr/>
              <p:nvPr/>
            </p:nvSpPr>
            <p:spPr>
              <a:xfrm>
                <a:off x="6838242" y="539639"/>
                <a:ext cx="1200000" cy="1199700"/>
              </a:xfrm>
              <a:prstGeom prst="donut">
                <a:avLst>
                  <a:gd name="adj" fmla="val 20918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74" name="Google Shape;74;p8"/>
              <p:cNvSpPr/>
              <p:nvPr/>
            </p:nvSpPr>
            <p:spPr>
              <a:xfrm>
                <a:off x="7483200" y="906125"/>
                <a:ext cx="215400" cy="2154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75" name="Google Shape;75;p8"/>
            <p:cNvSpPr/>
            <p:nvPr/>
          </p:nvSpPr>
          <p:spPr>
            <a:xfrm>
              <a:off x="8441325" y="4438950"/>
              <a:ext cx="425700" cy="425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grpSp>
          <p:nvGrpSpPr>
            <p:cNvPr id="76" name="Google Shape;76;p8"/>
            <p:cNvGrpSpPr/>
            <p:nvPr/>
          </p:nvGrpSpPr>
          <p:grpSpPr>
            <a:xfrm>
              <a:off x="8383075" y="4575725"/>
              <a:ext cx="499500" cy="228600"/>
              <a:chOff x="8383075" y="4575725"/>
              <a:chExt cx="499500" cy="228600"/>
            </a:xfrm>
          </p:grpSpPr>
          <p:sp>
            <p:nvSpPr>
              <p:cNvPr id="77" name="Google Shape;77;p8"/>
              <p:cNvSpPr txBox="1"/>
              <p:nvPr/>
            </p:nvSpPr>
            <p:spPr>
              <a:xfrm>
                <a:off x="8383075" y="4575725"/>
                <a:ext cx="4995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Outfit"/>
                  <a:buNone/>
                </a:pPr>
                <a:r>
                  <a:rPr lang="en-US" sz="800" b="0" i="0" u="none" strike="noStrike" cap="none">
                    <a:solidFill>
                      <a:srgbClr val="00D2DD"/>
                    </a:solidFill>
                    <a:latin typeface="Outfit SemiBold"/>
                    <a:ea typeface="Outfit SemiBold"/>
                    <a:cs typeface="Outfit SemiBold"/>
                    <a:sym typeface="Outfit SemiBold"/>
                  </a:rPr>
                  <a:t>.</a:t>
                </a:r>
                <a:fld id="{00000000-1234-1234-1234-123412341234}" type="slidenum">
                  <a:rPr lang="en-US" sz="800" b="0" i="0" u="none" strike="noStrike" cap="none">
                    <a:solidFill>
                      <a:srgbClr val="0E2356"/>
                    </a:solidFill>
                    <a:latin typeface="Outfit SemiBold"/>
                    <a:ea typeface="Outfit SemiBold"/>
                    <a:cs typeface="Outfit SemiBold"/>
                    <a:sym typeface="Outfit SemiBold"/>
                  </a:rPr>
                  <a:t>‹#›</a:t>
                </a:fld>
                <a:endParaRPr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endParaRPr>
              </a:p>
            </p:txBody>
          </p:sp>
          <p:cxnSp>
            <p:nvCxnSpPr>
              <p:cNvPr id="78" name="Google Shape;78;p8"/>
              <p:cNvCxnSpPr>
                <a:stCxn id="79" idx="2"/>
              </p:cNvCxnSpPr>
              <p:nvPr/>
            </p:nvCxnSpPr>
            <p:spPr>
              <a:xfrm>
                <a:off x="8599834" y="4788444"/>
                <a:ext cx="191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80" name="Google Shape;80;p8"/>
              <p:cNvSpPr/>
              <p:nvPr/>
            </p:nvSpPr>
            <p:spPr>
              <a:xfrm>
                <a:off x="8586528" y="4591515"/>
                <a:ext cx="200700" cy="196200"/>
              </a:xfrm>
              <a:prstGeom prst="arc">
                <a:avLst>
                  <a:gd name="adj1" fmla="val 16241889"/>
                  <a:gd name="adj2" fmla="val 167312"/>
                </a:avLst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cxnSp>
            <p:nvCxnSpPr>
              <p:cNvPr id="81" name="Google Shape;81;p8"/>
              <p:cNvCxnSpPr>
                <a:endCxn id="80" idx="2"/>
              </p:cNvCxnSpPr>
              <p:nvPr/>
            </p:nvCxnSpPr>
            <p:spPr>
              <a:xfrm rot="10800000">
                <a:off x="8787104" y="4694497"/>
                <a:ext cx="0" cy="984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82" name="Google Shape;82;p8"/>
              <p:cNvSpPr/>
              <p:nvPr/>
            </p:nvSpPr>
            <p:spPr>
              <a:xfrm rot="-5400000">
                <a:off x="8499018" y="4593851"/>
                <a:ext cx="200700" cy="196200"/>
              </a:xfrm>
              <a:prstGeom prst="arc">
                <a:avLst>
                  <a:gd name="adj1" fmla="val 16241889"/>
                  <a:gd name="adj2" fmla="val 11524"/>
                </a:avLst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79" name="Google Shape;79;p8"/>
              <p:cNvSpPr/>
              <p:nvPr/>
            </p:nvSpPr>
            <p:spPr>
              <a:xfrm rot="-5400000" flipH="1">
                <a:off x="8499018" y="4589995"/>
                <a:ext cx="200700" cy="196200"/>
              </a:xfrm>
              <a:prstGeom prst="arc">
                <a:avLst>
                  <a:gd name="adj1" fmla="val 16241889"/>
                  <a:gd name="adj2" fmla="val 15973"/>
                </a:avLst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cxnSp>
            <p:nvCxnSpPr>
              <p:cNvPr id="83" name="Google Shape;83;p8"/>
              <p:cNvCxnSpPr>
                <a:stCxn id="82" idx="2"/>
                <a:endCxn id="80" idx="0"/>
              </p:cNvCxnSpPr>
              <p:nvPr/>
            </p:nvCxnSpPr>
            <p:spPr>
              <a:xfrm>
                <a:off x="8599704" y="4591602"/>
                <a:ext cx="885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07 - Slide vide fond foncé">
  <p:cSld name="07 - Slide vide fond foncé">
    <p:bg>
      <p:bgPr>
        <a:solidFill>
          <a:schemeClr val="lt1"/>
        </a:solid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oogle Shape;85;p9"/>
          <p:cNvGrpSpPr/>
          <p:nvPr/>
        </p:nvGrpSpPr>
        <p:grpSpPr>
          <a:xfrm>
            <a:off x="276301" y="292130"/>
            <a:ext cx="170063" cy="166438"/>
            <a:chOff x="6838242" y="518225"/>
            <a:chExt cx="1247708" cy="1221114"/>
          </a:xfrm>
        </p:grpSpPr>
        <p:sp>
          <p:nvSpPr>
            <p:cNvPr id="86" name="Google Shape;86;p9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87" name="Google Shape;87;p9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88" name="Google Shape;88;p9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89" name="Google Shape;89;p9"/>
          <p:cNvSpPr txBox="1"/>
          <p:nvPr/>
        </p:nvSpPr>
        <p:spPr>
          <a:xfrm>
            <a:off x="8459275" y="4651925"/>
            <a:ext cx="499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Outfit"/>
              <a:buNone/>
            </a:pPr>
            <a:r>
              <a:rPr lang="en-US" sz="800" b="0" i="0" u="none" strike="noStrike" cap="none">
                <a:solidFill>
                  <a:srgbClr val="00D2DD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.</a:t>
            </a:r>
            <a:fld id="{00000000-1234-1234-1234-123412341234}" type="slidenum">
              <a:rPr lang="en-US"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‹#›</a:t>
            </a:fld>
            <a:endParaRPr sz="800" b="0" i="0" u="none" strike="noStrike" cap="none">
              <a:solidFill>
                <a:srgbClr val="0E2356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</p:txBody>
      </p:sp>
      <p:cxnSp>
        <p:nvCxnSpPr>
          <p:cNvPr id="90" name="Google Shape;90;p9"/>
          <p:cNvCxnSpPr>
            <a:stCxn id="91" idx="2"/>
          </p:cNvCxnSpPr>
          <p:nvPr/>
        </p:nvCxnSpPr>
        <p:spPr>
          <a:xfrm>
            <a:off x="8676034" y="4864644"/>
            <a:ext cx="1914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2" name="Google Shape;92;p9"/>
          <p:cNvSpPr/>
          <p:nvPr/>
        </p:nvSpPr>
        <p:spPr>
          <a:xfrm>
            <a:off x="8662728" y="4667715"/>
            <a:ext cx="200700" cy="196200"/>
          </a:xfrm>
          <a:prstGeom prst="arc">
            <a:avLst>
              <a:gd name="adj1" fmla="val 16241889"/>
              <a:gd name="adj2" fmla="val 167312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93" name="Google Shape;93;p9"/>
          <p:cNvCxnSpPr>
            <a:endCxn id="92" idx="2"/>
          </p:cNvCxnSpPr>
          <p:nvPr/>
        </p:nvCxnSpPr>
        <p:spPr>
          <a:xfrm rot="10800000">
            <a:off x="8863304" y="4770697"/>
            <a:ext cx="0" cy="9840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4" name="Google Shape;94;p9"/>
          <p:cNvSpPr/>
          <p:nvPr/>
        </p:nvSpPr>
        <p:spPr>
          <a:xfrm rot="-5400000">
            <a:off x="8575218" y="4670051"/>
            <a:ext cx="200700" cy="196200"/>
          </a:xfrm>
          <a:prstGeom prst="arc">
            <a:avLst>
              <a:gd name="adj1" fmla="val 16241889"/>
              <a:gd name="adj2" fmla="val 11524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91" name="Google Shape;91;p9"/>
          <p:cNvSpPr/>
          <p:nvPr/>
        </p:nvSpPr>
        <p:spPr>
          <a:xfrm rot="-5400000" flipH="1">
            <a:off x="8575218" y="4666195"/>
            <a:ext cx="200700" cy="196200"/>
          </a:xfrm>
          <a:prstGeom prst="arc">
            <a:avLst>
              <a:gd name="adj1" fmla="val 16241889"/>
              <a:gd name="adj2" fmla="val 15973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95" name="Google Shape;95;p9"/>
          <p:cNvCxnSpPr>
            <a:stCxn id="94" idx="2"/>
            <a:endCxn id="92" idx="0"/>
          </p:cNvCxnSpPr>
          <p:nvPr/>
        </p:nvCxnSpPr>
        <p:spPr>
          <a:xfrm>
            <a:off x="8675904" y="4667802"/>
            <a:ext cx="885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6" name="Google Shape;96;p9"/>
          <p:cNvSpPr/>
          <p:nvPr/>
        </p:nvSpPr>
        <p:spPr>
          <a:xfrm>
            <a:off x="6650525" y="0"/>
            <a:ext cx="2493600" cy="647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Ne pas utiliser, merci de changer de mise en page car plus actuel avec le nouveau template </a:t>
            </a:r>
            <a:endParaRPr sz="1100" b="1">
              <a:solidFill>
                <a:schemeClr val="l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97" name="Google Shape;97;p9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40 - Couverture [1]">
  <p:cSld name="40 - Couverture [1]">
    <p:bg>
      <p:bgPr>
        <a:solidFill>
          <a:schemeClr val="lt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1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pic>
      <p:sp>
        <p:nvSpPr>
          <p:cNvPr id="100" name="Google Shape;100;p10"/>
          <p:cNvSpPr txBox="1"/>
          <p:nvPr/>
        </p:nvSpPr>
        <p:spPr>
          <a:xfrm rot="-5400000">
            <a:off x="8220930" y="4230075"/>
            <a:ext cx="123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600" b="0" i="0" u="none" strike="noStrike" cap="none">
                <a:solidFill>
                  <a:srgbClr val="FFFFFF"/>
                </a:solidFill>
                <a:latin typeface="Outfit Medium"/>
                <a:ea typeface="Outfit Medium"/>
                <a:cs typeface="Outfit Medium"/>
                <a:sym typeface="Outfit Medium"/>
              </a:rPr>
              <a:t>THERE IS A BETTER WAY</a:t>
            </a:r>
            <a:endParaRPr sz="600" b="0" i="0" u="none" strike="noStrike" cap="none">
              <a:solidFill>
                <a:srgbClr val="FFFFFF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grpSp>
        <p:nvGrpSpPr>
          <p:cNvPr id="101" name="Google Shape;101;p10"/>
          <p:cNvGrpSpPr/>
          <p:nvPr/>
        </p:nvGrpSpPr>
        <p:grpSpPr>
          <a:xfrm>
            <a:off x="276293" y="292119"/>
            <a:ext cx="345989" cy="338615"/>
            <a:chOff x="6838242" y="518225"/>
            <a:chExt cx="1247708" cy="1221114"/>
          </a:xfrm>
        </p:grpSpPr>
        <p:sp>
          <p:nvSpPr>
            <p:cNvPr id="102" name="Google Shape;102;p10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03" name="Google Shape;103;p10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04" name="Google Shape;104;p10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105" name="Google Shape;105;p10"/>
          <p:cNvSpPr txBox="1"/>
          <p:nvPr/>
        </p:nvSpPr>
        <p:spPr>
          <a:xfrm>
            <a:off x="182043" y="4727850"/>
            <a:ext cx="123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600" b="0" i="0" u="none" strike="noStrike" cap="none">
                <a:solidFill>
                  <a:srgbClr val="FFFFFF"/>
                </a:solidFill>
                <a:latin typeface="Outfit Medium"/>
                <a:ea typeface="Outfit Medium"/>
                <a:cs typeface="Outfit Medium"/>
                <a:sym typeface="Outfit Medium"/>
              </a:rPr>
              <a:t>DIGITAL THINKERS &amp; DOERS</a:t>
            </a:r>
            <a:endParaRPr sz="600" b="0" i="0" u="none" strike="noStrike" cap="none">
              <a:solidFill>
                <a:srgbClr val="FFFFFF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sp>
        <p:nvSpPr>
          <p:cNvPr id="106" name="Google Shape;106;p10"/>
          <p:cNvSpPr/>
          <p:nvPr/>
        </p:nvSpPr>
        <p:spPr>
          <a:xfrm>
            <a:off x="3988625" y="3618400"/>
            <a:ext cx="136800" cy="1368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107" name="Google Shape;107;p10"/>
          <p:cNvGrpSpPr/>
          <p:nvPr/>
        </p:nvGrpSpPr>
        <p:grpSpPr>
          <a:xfrm>
            <a:off x="1097923" y="1336707"/>
            <a:ext cx="4598402" cy="1873532"/>
            <a:chOff x="2164723" y="1336707"/>
            <a:chExt cx="4598402" cy="1873532"/>
          </a:xfrm>
        </p:grpSpPr>
        <p:cxnSp>
          <p:nvCxnSpPr>
            <p:cNvPr id="108" name="Google Shape;108;p10"/>
            <p:cNvCxnSpPr/>
            <p:nvPr/>
          </p:nvCxnSpPr>
          <p:spPr>
            <a:xfrm>
              <a:off x="3064700" y="3175550"/>
              <a:ext cx="3698100" cy="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09" name="Google Shape;109;p10"/>
            <p:cNvSpPr/>
            <p:nvPr/>
          </p:nvSpPr>
          <p:spPr>
            <a:xfrm>
              <a:off x="4924425" y="1371385"/>
              <a:ext cx="1838700" cy="17955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110" name="Google Shape;110;p10"/>
            <p:cNvCxnSpPr>
              <a:endCxn id="109" idx="2"/>
            </p:cNvCxnSpPr>
            <p:nvPr/>
          </p:nvCxnSpPr>
          <p:spPr>
            <a:xfrm rot="10800000">
              <a:off x="6761983" y="2313859"/>
              <a:ext cx="0" cy="86160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1" name="Google Shape;111;p10"/>
            <p:cNvSpPr/>
            <p:nvPr/>
          </p:nvSpPr>
          <p:spPr>
            <a:xfrm rot="-5399439">
              <a:off x="2143273" y="1392988"/>
              <a:ext cx="1838700" cy="17955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12" name="Google Shape;112;p10"/>
            <p:cNvSpPr/>
            <p:nvPr/>
          </p:nvSpPr>
          <p:spPr>
            <a:xfrm rot="-5400561" flipH="1">
              <a:off x="2143273" y="1358457"/>
              <a:ext cx="1838700" cy="17955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113" name="Google Shape;113;p10"/>
            <p:cNvCxnSpPr>
              <a:stCxn id="111" idx="2"/>
              <a:endCxn id="109" idx="0"/>
            </p:cNvCxnSpPr>
            <p:nvPr/>
          </p:nvCxnSpPr>
          <p:spPr>
            <a:xfrm>
              <a:off x="3065855" y="1371394"/>
              <a:ext cx="2788800" cy="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114" name="Google Shape;114;p10"/>
          <p:cNvSpPr txBox="1"/>
          <p:nvPr/>
        </p:nvSpPr>
        <p:spPr>
          <a:xfrm>
            <a:off x="6997200" y="215900"/>
            <a:ext cx="1966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600" b="0" i="0" u="none" strike="noStrike" cap="none">
                <a:solidFill>
                  <a:srgbClr val="FFFFFF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TECHNOLOGY I PART OF ACCENTURE</a:t>
            </a:r>
            <a:endParaRPr sz="600" b="0" i="0" u="none" strike="noStrike" cap="none">
              <a:solidFill>
                <a:srgbClr val="FFFFFF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pic>
        <p:nvPicPr>
          <p:cNvPr id="115" name="Google Shape;115;p10"/>
          <p:cNvPicPr preferRelativeResize="0"/>
          <p:nvPr/>
        </p:nvPicPr>
        <p:blipFill rotWithShape="1">
          <a:blip r:embed="rId3">
            <a:alphaModFix/>
          </a:blip>
          <a:srcRect t="338" b="338"/>
          <a:stretch/>
        </p:blipFill>
        <p:spPr>
          <a:xfrm>
            <a:off x="5866738" y="2120950"/>
            <a:ext cx="1724025" cy="12573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0"/>
          <p:cNvSpPr txBox="1">
            <a:spLocks noGrp="1"/>
          </p:cNvSpPr>
          <p:nvPr>
            <p:ph type="title"/>
          </p:nvPr>
        </p:nvSpPr>
        <p:spPr>
          <a:xfrm>
            <a:off x="1657350" y="1619250"/>
            <a:ext cx="3648000" cy="130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Outfit Medium"/>
              <a:buNone/>
              <a:defRPr sz="2000" i="0" u="none" strike="noStrike" cap="none">
                <a:solidFill>
                  <a:schemeClr val="lt1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117" name="Google Shape;117;p10"/>
          <p:cNvSpPr txBox="1">
            <a:spLocks noGrp="1"/>
          </p:cNvSpPr>
          <p:nvPr>
            <p:ph type="subTitle" idx="1"/>
          </p:nvPr>
        </p:nvSpPr>
        <p:spPr>
          <a:xfrm>
            <a:off x="1657350" y="2668200"/>
            <a:ext cx="36480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9pPr>
          </a:lstStyle>
          <a:p>
            <a:endParaRPr/>
          </a:p>
        </p:txBody>
      </p:sp>
      <p:sp>
        <p:nvSpPr>
          <p:cNvPr id="118" name="Google Shape;118;p10"/>
          <p:cNvSpPr/>
          <p:nvPr/>
        </p:nvSpPr>
        <p:spPr>
          <a:xfrm>
            <a:off x="3988625" y="3618400"/>
            <a:ext cx="136800" cy="1368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119" name="Google Shape;119;p10"/>
          <p:cNvGrpSpPr/>
          <p:nvPr/>
        </p:nvGrpSpPr>
        <p:grpSpPr>
          <a:xfrm rot="10800000">
            <a:off x="4572194" y="3152705"/>
            <a:ext cx="2605006" cy="616888"/>
            <a:chOff x="2164721" y="1365883"/>
            <a:chExt cx="4598421" cy="1890555"/>
          </a:xfrm>
        </p:grpSpPr>
        <p:cxnSp>
          <p:nvCxnSpPr>
            <p:cNvPr id="120" name="Google Shape;120;p10"/>
            <p:cNvCxnSpPr>
              <a:stCxn id="121" idx="2"/>
            </p:cNvCxnSpPr>
            <p:nvPr/>
          </p:nvCxnSpPr>
          <p:spPr>
            <a:xfrm>
              <a:off x="2699642" y="3175623"/>
              <a:ext cx="4063500" cy="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2" name="Google Shape;122;p10"/>
            <p:cNvSpPr/>
            <p:nvPr/>
          </p:nvSpPr>
          <p:spPr>
            <a:xfrm>
              <a:off x="5870124" y="1371373"/>
              <a:ext cx="892800" cy="14763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123" name="Google Shape;123;p10"/>
            <p:cNvCxnSpPr>
              <a:endCxn id="122" idx="2"/>
            </p:cNvCxnSpPr>
            <p:nvPr/>
          </p:nvCxnSpPr>
          <p:spPr>
            <a:xfrm rot="10800000">
              <a:off x="6762341" y="2147223"/>
              <a:ext cx="0" cy="102870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4" name="Google Shape;124;p10"/>
            <p:cNvSpPr/>
            <p:nvPr/>
          </p:nvSpPr>
          <p:spPr>
            <a:xfrm rot="-5399453">
              <a:off x="1791865" y="1744138"/>
              <a:ext cx="1885200" cy="11391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21" name="Google Shape;121;p10"/>
            <p:cNvSpPr/>
            <p:nvPr/>
          </p:nvSpPr>
          <p:spPr>
            <a:xfrm rot="-5400570" flipH="1">
              <a:off x="1792271" y="1738633"/>
              <a:ext cx="1809600" cy="10644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125" name="Google Shape;125;p10"/>
            <p:cNvCxnSpPr>
              <a:stCxn id="124" idx="2"/>
              <a:endCxn id="122" idx="0"/>
            </p:cNvCxnSpPr>
            <p:nvPr/>
          </p:nvCxnSpPr>
          <p:spPr>
            <a:xfrm>
              <a:off x="2736435" y="1371094"/>
              <a:ext cx="3585300" cy="30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cxnSp>
        <p:nvCxnSpPr>
          <p:cNvPr id="126" name="Google Shape;126;p10"/>
          <p:cNvCxnSpPr/>
          <p:nvPr/>
        </p:nvCxnSpPr>
        <p:spPr>
          <a:xfrm>
            <a:off x="5567313" y="3411150"/>
            <a:ext cx="0" cy="94200"/>
          </a:xfrm>
          <a:prstGeom prst="straightConnector1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7" name="Google Shape;127;p10"/>
          <p:cNvSpPr txBox="1">
            <a:spLocks noGrp="1"/>
          </p:cNvSpPr>
          <p:nvPr>
            <p:ph type="title" idx="2"/>
          </p:nvPr>
        </p:nvSpPr>
        <p:spPr>
          <a:xfrm>
            <a:off x="4707450" y="3303350"/>
            <a:ext cx="7320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Outfit SemiBold"/>
              <a:buNone/>
              <a:defRPr sz="1000" i="0" u="none" strike="noStrike" cap="none">
                <a:solidFill>
                  <a:schemeClr val="lt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9pPr>
          </a:lstStyle>
          <a:p>
            <a:endParaRPr/>
          </a:p>
        </p:txBody>
      </p:sp>
      <p:sp>
        <p:nvSpPr>
          <p:cNvPr id="128" name="Google Shape;128;p10"/>
          <p:cNvSpPr txBox="1">
            <a:spLocks noGrp="1"/>
          </p:cNvSpPr>
          <p:nvPr>
            <p:ph type="title" idx="3"/>
          </p:nvPr>
        </p:nvSpPr>
        <p:spPr>
          <a:xfrm>
            <a:off x="5695200" y="3303350"/>
            <a:ext cx="14052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Outfit SemiBold"/>
              <a:buNone/>
              <a:defRPr sz="1000" i="0" u="none" strike="noStrike" cap="none">
                <a:solidFill>
                  <a:schemeClr val="lt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41 - Couverture [2]">
  <p:cSld name="41 - Couverture [2]">
    <p:bg>
      <p:bgPr>
        <a:solidFill>
          <a:schemeClr val="dk1"/>
        </a:solid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1"/>
          <p:cNvSpPr txBox="1">
            <a:spLocks noGrp="1"/>
          </p:cNvSpPr>
          <p:nvPr>
            <p:ph type="title"/>
          </p:nvPr>
        </p:nvSpPr>
        <p:spPr>
          <a:xfrm>
            <a:off x="2717000" y="1879350"/>
            <a:ext cx="3635400" cy="77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Outfit Medium"/>
              <a:buNone/>
              <a:defRPr sz="2000" i="0" u="none" strike="noStrike" cap="none">
                <a:solidFill>
                  <a:schemeClr val="lt1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131" name="Google Shape;131;p11"/>
          <p:cNvSpPr txBox="1">
            <a:spLocks noGrp="1"/>
          </p:cNvSpPr>
          <p:nvPr>
            <p:ph type="subTitle" idx="1"/>
          </p:nvPr>
        </p:nvSpPr>
        <p:spPr>
          <a:xfrm>
            <a:off x="2717000" y="2590325"/>
            <a:ext cx="36354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9pPr>
          </a:lstStyle>
          <a:p>
            <a:endParaRPr/>
          </a:p>
        </p:txBody>
      </p:sp>
      <p:sp>
        <p:nvSpPr>
          <p:cNvPr id="132" name="Google Shape;132;p11"/>
          <p:cNvSpPr/>
          <p:nvPr/>
        </p:nvSpPr>
        <p:spPr>
          <a:xfrm>
            <a:off x="3988625" y="3618400"/>
            <a:ext cx="136800" cy="1368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3" name="Google Shape;133;p11"/>
          <p:cNvGrpSpPr/>
          <p:nvPr/>
        </p:nvGrpSpPr>
        <p:grpSpPr>
          <a:xfrm>
            <a:off x="2164723" y="1336860"/>
            <a:ext cx="4598402" cy="1873225"/>
            <a:chOff x="2164723" y="1336860"/>
            <a:chExt cx="4598402" cy="1873225"/>
          </a:xfrm>
        </p:grpSpPr>
        <p:cxnSp>
          <p:nvCxnSpPr>
            <p:cNvPr id="134" name="Google Shape;134;p11"/>
            <p:cNvCxnSpPr/>
            <p:nvPr/>
          </p:nvCxnSpPr>
          <p:spPr>
            <a:xfrm>
              <a:off x="3064700" y="3175550"/>
              <a:ext cx="3698100" cy="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35" name="Google Shape;135;p11"/>
            <p:cNvSpPr/>
            <p:nvPr/>
          </p:nvSpPr>
          <p:spPr>
            <a:xfrm>
              <a:off x="4924425" y="1371385"/>
              <a:ext cx="1838700" cy="17955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36" name="Google Shape;136;p11"/>
            <p:cNvCxnSpPr>
              <a:endCxn id="135" idx="2"/>
            </p:cNvCxnSpPr>
            <p:nvPr/>
          </p:nvCxnSpPr>
          <p:spPr>
            <a:xfrm rot="10800000">
              <a:off x="6761983" y="2313858"/>
              <a:ext cx="0" cy="86160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37" name="Google Shape;137;p11"/>
            <p:cNvSpPr/>
            <p:nvPr/>
          </p:nvSpPr>
          <p:spPr>
            <a:xfrm rot="-5399439">
              <a:off x="2143273" y="1392985"/>
              <a:ext cx="1838700" cy="17955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11"/>
            <p:cNvSpPr/>
            <p:nvPr/>
          </p:nvSpPr>
          <p:spPr>
            <a:xfrm rot="-5400561" flipH="1">
              <a:off x="2143273" y="1358460"/>
              <a:ext cx="1838700" cy="17955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39" name="Google Shape;139;p11"/>
            <p:cNvCxnSpPr>
              <a:stCxn id="137" idx="2"/>
              <a:endCxn id="135" idx="0"/>
            </p:cNvCxnSpPr>
            <p:nvPr/>
          </p:nvCxnSpPr>
          <p:spPr>
            <a:xfrm>
              <a:off x="3065855" y="1371390"/>
              <a:ext cx="2788800" cy="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40" name="Google Shape;140;p11"/>
          <p:cNvSpPr txBox="1"/>
          <p:nvPr/>
        </p:nvSpPr>
        <p:spPr>
          <a:xfrm rot="-5400000">
            <a:off x="8220930" y="4230075"/>
            <a:ext cx="123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Century Gothic"/>
              <a:buNone/>
            </a:pPr>
            <a:r>
              <a:rPr lang="en-US" sz="600">
                <a:solidFill>
                  <a:srgbClr val="FFFFFF"/>
                </a:solidFill>
                <a:latin typeface="Outfit Medium"/>
                <a:ea typeface="Outfit Medium"/>
                <a:cs typeface="Outfit Medium"/>
                <a:sym typeface="Outfit Medium"/>
              </a:rPr>
              <a:t>THERE IS A BETTER WAY</a:t>
            </a:r>
            <a:endParaRPr sz="600" i="0" u="none" strike="noStrike" cap="none">
              <a:solidFill>
                <a:srgbClr val="FFFFFF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grpSp>
        <p:nvGrpSpPr>
          <p:cNvPr id="141" name="Google Shape;141;p11"/>
          <p:cNvGrpSpPr/>
          <p:nvPr/>
        </p:nvGrpSpPr>
        <p:grpSpPr>
          <a:xfrm>
            <a:off x="276291" y="292119"/>
            <a:ext cx="345989" cy="338615"/>
            <a:chOff x="6838242" y="518225"/>
            <a:chExt cx="1247708" cy="1221114"/>
          </a:xfrm>
        </p:grpSpPr>
        <p:sp>
          <p:nvSpPr>
            <p:cNvPr id="142" name="Google Shape;142;p11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11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144;p11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5" name="Google Shape;145;p11"/>
          <p:cNvSpPr txBox="1"/>
          <p:nvPr/>
        </p:nvSpPr>
        <p:spPr>
          <a:xfrm>
            <a:off x="182043" y="4727850"/>
            <a:ext cx="123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Century Gothic"/>
              <a:buNone/>
            </a:pPr>
            <a:r>
              <a:rPr lang="en-US" sz="600">
                <a:solidFill>
                  <a:srgbClr val="FFFFFF"/>
                </a:solidFill>
                <a:latin typeface="Outfit Medium"/>
                <a:ea typeface="Outfit Medium"/>
                <a:cs typeface="Outfit Medium"/>
                <a:sym typeface="Outfit Medium"/>
              </a:rPr>
              <a:t>DIGITAL THINKERS &amp; DOERS</a:t>
            </a:r>
            <a:endParaRPr sz="600" i="0" u="none" strike="noStrike" cap="none">
              <a:solidFill>
                <a:srgbClr val="FFFFFF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sp>
        <p:nvSpPr>
          <p:cNvPr id="146" name="Google Shape;146;p11"/>
          <p:cNvSpPr txBox="1"/>
          <p:nvPr/>
        </p:nvSpPr>
        <p:spPr>
          <a:xfrm>
            <a:off x="6997200" y="215900"/>
            <a:ext cx="1966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Century Gothic"/>
              <a:buNone/>
            </a:pPr>
            <a:r>
              <a:rPr lang="en-US" sz="600">
                <a:solidFill>
                  <a:srgbClr val="FFFFFF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TECHNOLOGY  I  PART OF ACCENTURE</a:t>
            </a:r>
            <a:endParaRPr sz="600" i="0" u="none" strike="noStrike" cap="none">
              <a:solidFill>
                <a:srgbClr val="FFFFFF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grpSp>
        <p:nvGrpSpPr>
          <p:cNvPr id="147" name="Google Shape;147;p11"/>
          <p:cNvGrpSpPr/>
          <p:nvPr/>
        </p:nvGrpSpPr>
        <p:grpSpPr>
          <a:xfrm rot="10800000">
            <a:off x="4572194" y="3152774"/>
            <a:ext cx="2605006" cy="616751"/>
            <a:chOff x="2164721" y="1366095"/>
            <a:chExt cx="4598421" cy="1890134"/>
          </a:xfrm>
        </p:grpSpPr>
        <p:cxnSp>
          <p:nvCxnSpPr>
            <p:cNvPr id="148" name="Google Shape;148;p11"/>
            <p:cNvCxnSpPr>
              <a:stCxn id="149" idx="2"/>
            </p:cNvCxnSpPr>
            <p:nvPr/>
          </p:nvCxnSpPr>
          <p:spPr>
            <a:xfrm>
              <a:off x="2699643" y="3175685"/>
              <a:ext cx="4063500" cy="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0" name="Google Shape;150;p11"/>
            <p:cNvSpPr/>
            <p:nvPr/>
          </p:nvSpPr>
          <p:spPr>
            <a:xfrm>
              <a:off x="5870124" y="1371373"/>
              <a:ext cx="892800" cy="14763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51" name="Google Shape;151;p11"/>
            <p:cNvCxnSpPr>
              <a:endCxn id="150" idx="2"/>
            </p:cNvCxnSpPr>
            <p:nvPr/>
          </p:nvCxnSpPr>
          <p:spPr>
            <a:xfrm rot="10800000">
              <a:off x="6762342" y="2147223"/>
              <a:ext cx="0" cy="102870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2" name="Google Shape;152;p11"/>
            <p:cNvSpPr/>
            <p:nvPr/>
          </p:nvSpPr>
          <p:spPr>
            <a:xfrm rot="-5399453">
              <a:off x="1791865" y="1744079"/>
              <a:ext cx="1885200" cy="11391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11"/>
            <p:cNvSpPr/>
            <p:nvPr/>
          </p:nvSpPr>
          <p:spPr>
            <a:xfrm rot="-5400570" flipH="1">
              <a:off x="1792271" y="1738695"/>
              <a:ext cx="1809600" cy="10644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53" name="Google Shape;153;p11"/>
            <p:cNvCxnSpPr>
              <a:stCxn id="152" idx="2"/>
              <a:endCxn id="150" idx="0"/>
            </p:cNvCxnSpPr>
            <p:nvPr/>
          </p:nvCxnSpPr>
          <p:spPr>
            <a:xfrm>
              <a:off x="2736435" y="1371034"/>
              <a:ext cx="3585300" cy="30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154" name="Google Shape;154;p11"/>
          <p:cNvCxnSpPr/>
          <p:nvPr/>
        </p:nvCxnSpPr>
        <p:spPr>
          <a:xfrm>
            <a:off x="5575700" y="3411150"/>
            <a:ext cx="0" cy="94200"/>
          </a:xfrm>
          <a:prstGeom prst="straightConnector1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5" name="Google Shape;155;p11"/>
          <p:cNvSpPr txBox="1">
            <a:spLocks noGrp="1"/>
          </p:cNvSpPr>
          <p:nvPr>
            <p:ph type="title" idx="2"/>
          </p:nvPr>
        </p:nvSpPr>
        <p:spPr>
          <a:xfrm>
            <a:off x="4707450" y="3303350"/>
            <a:ext cx="7320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Outfit SemiBold"/>
              <a:buNone/>
              <a:defRPr sz="1000" i="0" u="none" strike="noStrike" cap="none">
                <a:solidFill>
                  <a:schemeClr val="lt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9pPr>
          </a:lstStyle>
          <a:p>
            <a:endParaRPr/>
          </a:p>
        </p:txBody>
      </p:sp>
      <p:sp>
        <p:nvSpPr>
          <p:cNvPr id="156" name="Google Shape;156;p11"/>
          <p:cNvSpPr txBox="1">
            <a:spLocks noGrp="1"/>
          </p:cNvSpPr>
          <p:nvPr>
            <p:ph type="title" idx="3"/>
          </p:nvPr>
        </p:nvSpPr>
        <p:spPr>
          <a:xfrm>
            <a:off x="5695200" y="3303350"/>
            <a:ext cx="14052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Outfit SemiBold"/>
              <a:buNone/>
              <a:defRPr sz="1000" i="0" u="none" strike="noStrike" cap="none">
                <a:solidFill>
                  <a:schemeClr val="lt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51 - Chapitre [2]">
  <p:cSld name="51 - Chapitre [2]">
    <p:bg>
      <p:bgPr>
        <a:solidFill>
          <a:schemeClr val="lt1"/>
        </a:solidFill>
        <a:effectLst/>
      </p:bgPr>
    </p:bg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"/>
          <p:cNvSpPr/>
          <p:nvPr/>
        </p:nvSpPr>
        <p:spPr>
          <a:xfrm rot="5400000" flipH="1">
            <a:off x="1344924" y="364825"/>
            <a:ext cx="433200" cy="453000"/>
          </a:xfrm>
          <a:prstGeom prst="round2SameRect">
            <a:avLst>
              <a:gd name="adj1" fmla="val 50000"/>
              <a:gd name="adj2" fmla="val 0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159" name="Google Shape;159;p12"/>
          <p:cNvSpPr/>
          <p:nvPr/>
        </p:nvSpPr>
        <p:spPr>
          <a:xfrm flipH="1">
            <a:off x="830825" y="817575"/>
            <a:ext cx="3663300" cy="3816300"/>
          </a:xfrm>
          <a:prstGeom prst="round2DiagRect">
            <a:avLst>
              <a:gd name="adj1" fmla="val 16667"/>
              <a:gd name="adj2" fmla="val 0"/>
            </a:avLst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12"/>
          <p:cNvSpPr txBox="1">
            <a:spLocks noGrp="1"/>
          </p:cNvSpPr>
          <p:nvPr>
            <p:ph type="body" idx="1"/>
          </p:nvPr>
        </p:nvSpPr>
        <p:spPr>
          <a:xfrm>
            <a:off x="841248" y="374650"/>
            <a:ext cx="499500" cy="43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๏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&gt;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+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o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๏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&gt;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+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o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■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161" name="Google Shape;161;p12"/>
          <p:cNvSpPr txBox="1">
            <a:spLocks noGrp="1"/>
          </p:cNvSpPr>
          <p:nvPr>
            <p:ph type="title"/>
          </p:nvPr>
        </p:nvSpPr>
        <p:spPr>
          <a:xfrm>
            <a:off x="4699800" y="2685200"/>
            <a:ext cx="4164300" cy="18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9pPr>
          </a:lstStyle>
          <a:p>
            <a:endParaRPr/>
          </a:p>
        </p:txBody>
      </p:sp>
      <p:sp>
        <p:nvSpPr>
          <p:cNvPr id="162" name="Google Shape;162;p12"/>
          <p:cNvSpPr txBox="1"/>
          <p:nvPr/>
        </p:nvSpPr>
        <p:spPr>
          <a:xfrm>
            <a:off x="8460075" y="4651925"/>
            <a:ext cx="499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Outfit"/>
              <a:buNone/>
            </a:pPr>
            <a:r>
              <a:rPr lang="en-US" sz="800" b="0" i="0" u="none" strike="noStrike" cap="none">
                <a:solidFill>
                  <a:srgbClr val="00D2DD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.</a:t>
            </a:r>
            <a:fld id="{00000000-1234-1234-1234-123412341234}" type="slidenum">
              <a:rPr lang="en-US"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‹#›</a:t>
            </a:fld>
            <a:endParaRPr sz="800" b="0" i="0" u="none" strike="noStrike" cap="none">
              <a:solidFill>
                <a:srgbClr val="0E2356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</p:txBody>
      </p:sp>
      <p:cxnSp>
        <p:nvCxnSpPr>
          <p:cNvPr id="163" name="Google Shape;163;p12"/>
          <p:cNvCxnSpPr>
            <a:stCxn id="164" idx="2"/>
          </p:cNvCxnSpPr>
          <p:nvPr/>
        </p:nvCxnSpPr>
        <p:spPr>
          <a:xfrm>
            <a:off x="8676834" y="4864644"/>
            <a:ext cx="1914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5" name="Google Shape;165;p12"/>
          <p:cNvSpPr/>
          <p:nvPr/>
        </p:nvSpPr>
        <p:spPr>
          <a:xfrm>
            <a:off x="8663528" y="4667715"/>
            <a:ext cx="200700" cy="196200"/>
          </a:xfrm>
          <a:prstGeom prst="arc">
            <a:avLst>
              <a:gd name="adj1" fmla="val 16241889"/>
              <a:gd name="adj2" fmla="val 167312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166" name="Google Shape;166;p12"/>
          <p:cNvCxnSpPr>
            <a:endCxn id="165" idx="2"/>
          </p:cNvCxnSpPr>
          <p:nvPr/>
        </p:nvCxnSpPr>
        <p:spPr>
          <a:xfrm rot="10800000">
            <a:off x="8864104" y="4770697"/>
            <a:ext cx="0" cy="9840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7" name="Google Shape;167;p12"/>
          <p:cNvSpPr/>
          <p:nvPr/>
        </p:nvSpPr>
        <p:spPr>
          <a:xfrm rot="-5400000">
            <a:off x="8576018" y="4670051"/>
            <a:ext cx="200700" cy="196200"/>
          </a:xfrm>
          <a:prstGeom prst="arc">
            <a:avLst>
              <a:gd name="adj1" fmla="val 16241889"/>
              <a:gd name="adj2" fmla="val 11524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64" name="Google Shape;164;p12"/>
          <p:cNvSpPr/>
          <p:nvPr/>
        </p:nvSpPr>
        <p:spPr>
          <a:xfrm rot="-5400000" flipH="1">
            <a:off x="8576018" y="4666195"/>
            <a:ext cx="200700" cy="196200"/>
          </a:xfrm>
          <a:prstGeom prst="arc">
            <a:avLst>
              <a:gd name="adj1" fmla="val 16241889"/>
              <a:gd name="adj2" fmla="val 15973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168" name="Google Shape;168;p12"/>
          <p:cNvCxnSpPr>
            <a:stCxn id="167" idx="2"/>
            <a:endCxn id="165" idx="0"/>
          </p:cNvCxnSpPr>
          <p:nvPr/>
        </p:nvCxnSpPr>
        <p:spPr>
          <a:xfrm>
            <a:off x="8676704" y="4667802"/>
            <a:ext cx="885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9" name="Google Shape;169;p12"/>
          <p:cNvSpPr/>
          <p:nvPr/>
        </p:nvSpPr>
        <p:spPr>
          <a:xfrm>
            <a:off x="497875" y="564900"/>
            <a:ext cx="136800" cy="1368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70" name="Google Shape;170;p12"/>
          <p:cNvSpPr txBox="1"/>
          <p:nvPr/>
        </p:nvSpPr>
        <p:spPr>
          <a:xfrm rot="-5400000">
            <a:off x="-309195" y="4233200"/>
            <a:ext cx="123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Century Gothic"/>
              <a:buNone/>
            </a:pPr>
            <a:r>
              <a:rPr lang="en-US" sz="600">
                <a:solidFill>
                  <a:srgbClr val="0E2356"/>
                </a:solidFill>
                <a:latin typeface="Outfit Medium"/>
                <a:ea typeface="Outfit Medium"/>
                <a:cs typeface="Outfit Medium"/>
                <a:sym typeface="Outfit Medium"/>
              </a:rPr>
              <a:t>THERE IS A BETTER WAY</a:t>
            </a:r>
            <a:endParaRPr sz="60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sp>
        <p:nvSpPr>
          <p:cNvPr id="171" name="Google Shape;171;p12"/>
          <p:cNvSpPr txBox="1"/>
          <p:nvPr/>
        </p:nvSpPr>
        <p:spPr>
          <a:xfrm>
            <a:off x="2262425" y="2048400"/>
            <a:ext cx="800100" cy="10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r>
              <a:rPr lang="en-US"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rPr>
              <a:t>ici mettre une Photo</a:t>
            </a:r>
            <a:endParaRPr sz="1400" b="0" i="0" u="none" strike="noStrike" cap="none">
              <a:solidFill>
                <a:srgbClr val="FF4338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72" name="Google Shape;172;p12"/>
          <p:cNvSpPr/>
          <p:nvPr/>
        </p:nvSpPr>
        <p:spPr>
          <a:xfrm flipH="1">
            <a:off x="841248" y="374725"/>
            <a:ext cx="499500" cy="433200"/>
          </a:xfrm>
          <a:prstGeom prst="round1Rect">
            <a:avLst>
              <a:gd name="adj" fmla="val 50000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700" b="1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173" name="Google Shape;173;p12"/>
          <p:cNvGrpSpPr/>
          <p:nvPr/>
        </p:nvGrpSpPr>
        <p:grpSpPr>
          <a:xfrm>
            <a:off x="1450811" y="508105"/>
            <a:ext cx="170063" cy="166438"/>
            <a:chOff x="6838242" y="518225"/>
            <a:chExt cx="1247708" cy="1221114"/>
          </a:xfrm>
        </p:grpSpPr>
        <p:sp>
          <p:nvSpPr>
            <p:cNvPr id="174" name="Google Shape;174;p12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75" name="Google Shape;175;p12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76" name="Google Shape;176;p12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59 - There is a better way">
  <p:cSld name="59 - There is a better way">
    <p:bg>
      <p:bgPr>
        <a:solidFill>
          <a:schemeClr val="lt1"/>
        </a:solidFill>
        <a:effectLst/>
      </p:bgPr>
    </p:bg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Google Shape;178;p13"/>
          <p:cNvGrpSpPr/>
          <p:nvPr/>
        </p:nvGrpSpPr>
        <p:grpSpPr>
          <a:xfrm>
            <a:off x="290068" y="235357"/>
            <a:ext cx="345989" cy="338615"/>
            <a:chOff x="6838242" y="518225"/>
            <a:chExt cx="1247708" cy="1221114"/>
          </a:xfrm>
        </p:grpSpPr>
        <p:sp>
          <p:nvSpPr>
            <p:cNvPr id="179" name="Google Shape;179;p13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80" name="Google Shape;180;p13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81" name="Google Shape;181;p13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pic>
        <p:nvPicPr>
          <p:cNvPr id="182" name="Google Shape;182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736975" y="3307206"/>
            <a:ext cx="1670077" cy="829069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13"/>
          <p:cNvPicPr preferRelativeResize="0"/>
          <p:nvPr/>
        </p:nvPicPr>
        <p:blipFill rotWithShape="1">
          <a:blip r:embed="rId3">
            <a:alphaModFix/>
          </a:blip>
          <a:srcRect l="17993" t="18848" r="18089" b="13862"/>
          <a:stretch/>
        </p:blipFill>
        <p:spPr>
          <a:xfrm>
            <a:off x="3589050" y="1007225"/>
            <a:ext cx="1965925" cy="2069625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13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0 - Titre et visuel">
  <p:cSld name="60 - Titre et visuel">
    <p:bg>
      <p:bgPr>
        <a:solidFill>
          <a:schemeClr val="lt1"/>
        </a:solidFill>
        <a:effectLst/>
      </p:bgPr>
    </p:bg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6" name="Google Shape;186;p1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7149" y="52400"/>
            <a:ext cx="156325" cy="156600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14"/>
          <p:cNvSpPr txBox="1">
            <a:spLocks noGrp="1"/>
          </p:cNvSpPr>
          <p:nvPr>
            <p:ph type="title"/>
          </p:nvPr>
        </p:nvSpPr>
        <p:spPr>
          <a:xfrm>
            <a:off x="562550" y="382375"/>
            <a:ext cx="8019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188" name="Google Shape;188;p14"/>
          <p:cNvSpPr txBox="1"/>
          <p:nvPr/>
        </p:nvSpPr>
        <p:spPr>
          <a:xfrm>
            <a:off x="8459275" y="4651925"/>
            <a:ext cx="499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Outfit"/>
              <a:buNone/>
            </a:pPr>
            <a:r>
              <a:rPr lang="en-US" sz="800" b="0" i="0" u="none" strike="noStrike" cap="none">
                <a:solidFill>
                  <a:srgbClr val="00D2DD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.</a:t>
            </a:r>
            <a:fld id="{00000000-1234-1234-1234-123412341234}" type="slidenum">
              <a:rPr lang="en-US"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‹#›</a:t>
            </a:fld>
            <a:endParaRPr sz="800" b="0" i="0" u="none" strike="noStrike" cap="none">
              <a:solidFill>
                <a:srgbClr val="0E2356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</p:txBody>
      </p:sp>
      <p:cxnSp>
        <p:nvCxnSpPr>
          <p:cNvPr id="189" name="Google Shape;189;p14"/>
          <p:cNvCxnSpPr>
            <a:stCxn id="190" idx="2"/>
          </p:cNvCxnSpPr>
          <p:nvPr/>
        </p:nvCxnSpPr>
        <p:spPr>
          <a:xfrm>
            <a:off x="8676034" y="4864644"/>
            <a:ext cx="1914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1" name="Google Shape;191;p14"/>
          <p:cNvSpPr/>
          <p:nvPr/>
        </p:nvSpPr>
        <p:spPr>
          <a:xfrm>
            <a:off x="8662728" y="4667715"/>
            <a:ext cx="200700" cy="196200"/>
          </a:xfrm>
          <a:prstGeom prst="arc">
            <a:avLst>
              <a:gd name="adj1" fmla="val 16241889"/>
              <a:gd name="adj2" fmla="val 167312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192" name="Google Shape;192;p14"/>
          <p:cNvCxnSpPr>
            <a:endCxn id="191" idx="2"/>
          </p:cNvCxnSpPr>
          <p:nvPr/>
        </p:nvCxnSpPr>
        <p:spPr>
          <a:xfrm rot="10800000">
            <a:off x="8863304" y="4770697"/>
            <a:ext cx="0" cy="9840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3" name="Google Shape;193;p14"/>
          <p:cNvSpPr/>
          <p:nvPr/>
        </p:nvSpPr>
        <p:spPr>
          <a:xfrm rot="-5400000">
            <a:off x="8575218" y="4670051"/>
            <a:ext cx="200700" cy="196200"/>
          </a:xfrm>
          <a:prstGeom prst="arc">
            <a:avLst>
              <a:gd name="adj1" fmla="val 16241889"/>
              <a:gd name="adj2" fmla="val 11524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90" name="Google Shape;190;p14"/>
          <p:cNvSpPr/>
          <p:nvPr/>
        </p:nvSpPr>
        <p:spPr>
          <a:xfrm rot="-5400000" flipH="1">
            <a:off x="8575218" y="4666195"/>
            <a:ext cx="200700" cy="196200"/>
          </a:xfrm>
          <a:prstGeom prst="arc">
            <a:avLst>
              <a:gd name="adj1" fmla="val 16241889"/>
              <a:gd name="adj2" fmla="val 15973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194" name="Google Shape;194;p14"/>
          <p:cNvCxnSpPr>
            <a:stCxn id="193" idx="2"/>
            <a:endCxn id="191" idx="0"/>
          </p:cNvCxnSpPr>
          <p:nvPr/>
        </p:nvCxnSpPr>
        <p:spPr>
          <a:xfrm>
            <a:off x="8675904" y="4667802"/>
            <a:ext cx="885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5" name="Google Shape;195;p14"/>
          <p:cNvSpPr>
            <a:spLocks noGrp="1"/>
          </p:cNvSpPr>
          <p:nvPr>
            <p:ph type="pic" idx="2"/>
          </p:nvPr>
        </p:nvSpPr>
        <p:spPr>
          <a:xfrm>
            <a:off x="528800" y="732450"/>
            <a:ext cx="8019000" cy="4131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6" name="Google Shape;196;p14"/>
          <p:cNvSpPr/>
          <p:nvPr/>
        </p:nvSpPr>
        <p:spPr>
          <a:xfrm>
            <a:off x="6650525" y="0"/>
            <a:ext cx="2493600" cy="647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Ne pas utiliser, merci de changer de mise en page car plus actuel avec le nouveau template </a:t>
            </a:r>
            <a:endParaRPr sz="1100" b="1">
              <a:solidFill>
                <a:schemeClr val="l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1 - Titre, sous-titre et visuel">
  <p:cSld name="61 - Titre, sous-titre et visuel">
    <p:bg>
      <p:bgPr>
        <a:solidFill>
          <a:schemeClr val="lt1"/>
        </a:solidFill>
        <a:effectLst/>
      </p:bgPr>
    </p:bg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5"/>
          <p:cNvSpPr/>
          <p:nvPr/>
        </p:nvSpPr>
        <p:spPr>
          <a:xfrm>
            <a:off x="213475" y="208900"/>
            <a:ext cx="8715600" cy="4728600"/>
          </a:xfrm>
          <a:prstGeom prst="roundRect">
            <a:avLst>
              <a:gd name="adj" fmla="val 1616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pic>
        <p:nvPicPr>
          <p:cNvPr id="199" name="Google Shape;199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7149" y="52400"/>
            <a:ext cx="156325" cy="1566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15"/>
          <p:cNvSpPr txBox="1"/>
          <p:nvPr/>
        </p:nvSpPr>
        <p:spPr>
          <a:xfrm rot="-5400000">
            <a:off x="8770600" y="2458900"/>
            <a:ext cx="5487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Outfit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rPr>
              <a:t>‹#›</a:t>
            </a:fld>
            <a:endParaRPr sz="800" b="0" i="0" u="none" strike="noStrike" cap="none">
              <a:solidFill>
                <a:schemeClr val="dk1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201" name="Google Shape;201;p15"/>
          <p:cNvSpPr txBox="1"/>
          <p:nvPr/>
        </p:nvSpPr>
        <p:spPr>
          <a:xfrm rot="-5400000">
            <a:off x="-514095" y="2533275"/>
            <a:ext cx="123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65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There is a better way</a:t>
            </a:r>
            <a:endParaRPr sz="650" b="0" i="0" u="none" strike="noStrike" cap="non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02" name="Google Shape;202;p15"/>
          <p:cNvSpPr/>
          <p:nvPr/>
        </p:nvSpPr>
        <p:spPr>
          <a:xfrm>
            <a:off x="6682750" y="4939025"/>
            <a:ext cx="23352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Outfit"/>
              <a:buNone/>
            </a:pPr>
            <a:r>
              <a:rPr lang="en-US" sz="6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OCTO Part of Accenture © 2023- All rights reserved</a:t>
            </a:r>
            <a:endParaRPr sz="600" b="0" i="0" u="none" strike="noStrike" cap="non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03" name="Google Shape;203;p15"/>
          <p:cNvSpPr txBox="1">
            <a:spLocks noGrp="1"/>
          </p:cNvSpPr>
          <p:nvPr>
            <p:ph type="title"/>
          </p:nvPr>
        </p:nvSpPr>
        <p:spPr>
          <a:xfrm>
            <a:off x="574050" y="361400"/>
            <a:ext cx="80079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04" name="Google Shape;204;p15"/>
          <p:cNvSpPr txBox="1">
            <a:spLocks noGrp="1"/>
          </p:cNvSpPr>
          <p:nvPr>
            <p:ph type="subTitle" idx="1"/>
          </p:nvPr>
        </p:nvSpPr>
        <p:spPr>
          <a:xfrm>
            <a:off x="557250" y="830200"/>
            <a:ext cx="80415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05" name="Google Shape;205;p15"/>
          <p:cNvSpPr>
            <a:spLocks noGrp="1"/>
          </p:cNvSpPr>
          <p:nvPr>
            <p:ph type="pic" idx="2"/>
          </p:nvPr>
        </p:nvSpPr>
        <p:spPr>
          <a:xfrm>
            <a:off x="545225" y="1257950"/>
            <a:ext cx="8041500" cy="3606600"/>
          </a:xfrm>
          <a:prstGeom prst="rect">
            <a:avLst/>
          </a:prstGeom>
          <a:noFill/>
          <a:ln>
            <a:noFill/>
          </a:ln>
        </p:spPr>
      </p:sp>
      <p:sp>
        <p:nvSpPr>
          <p:cNvPr id="206" name="Google Shape;206;p15"/>
          <p:cNvSpPr/>
          <p:nvPr/>
        </p:nvSpPr>
        <p:spPr>
          <a:xfrm>
            <a:off x="6650525" y="0"/>
            <a:ext cx="2493600" cy="647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Ne pas utiliser, merci de changer de mise en page car plus actuel avec le nouveau template </a:t>
            </a:r>
            <a:endParaRPr sz="1100" b="1">
              <a:solidFill>
                <a:schemeClr val="l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2 - Visuel seul">
  <p:cSld name="62 - Visuel seul">
    <p:bg>
      <p:bgPr>
        <a:solidFill>
          <a:schemeClr val="lt1"/>
        </a:solidFill>
        <a:effectLst/>
      </p:bgPr>
    </p:bg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Google Shape;208;p1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7149" y="52400"/>
            <a:ext cx="156325" cy="1566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16"/>
          <p:cNvSpPr>
            <a:spLocks noGrp="1"/>
          </p:cNvSpPr>
          <p:nvPr>
            <p:ph type="pic" idx="2"/>
          </p:nvPr>
        </p:nvSpPr>
        <p:spPr>
          <a:xfrm>
            <a:off x="3275" y="-2300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210" name="Google Shape;210;p16"/>
          <p:cNvSpPr/>
          <p:nvPr/>
        </p:nvSpPr>
        <p:spPr>
          <a:xfrm>
            <a:off x="6650525" y="0"/>
            <a:ext cx="2493600" cy="647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Ne pas utiliser, merci de changer de mise en page car plus actuel avec le nouveau template </a:t>
            </a:r>
            <a:endParaRPr sz="1100" b="1">
              <a:solidFill>
                <a:schemeClr val="l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3 - Titre, contenu et visuel à droite - cadre blanc">
  <p:cSld name="63 - Titre, contenu et visuel à droite - cadre blanc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2" name="Google Shape;212;p17"/>
          <p:cNvGrpSpPr/>
          <p:nvPr/>
        </p:nvGrpSpPr>
        <p:grpSpPr>
          <a:xfrm>
            <a:off x="6270019" y="304800"/>
            <a:ext cx="2593200" cy="3705000"/>
            <a:chOff x="6270019" y="304800"/>
            <a:chExt cx="2593200" cy="3705000"/>
          </a:xfrm>
        </p:grpSpPr>
        <p:sp>
          <p:nvSpPr>
            <p:cNvPr id="213" name="Google Shape;213;p17"/>
            <p:cNvSpPr/>
            <p:nvPr/>
          </p:nvSpPr>
          <p:spPr>
            <a:xfrm>
              <a:off x="6270019" y="304800"/>
              <a:ext cx="2593200" cy="3705000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14" name="Google Shape;214;p17"/>
            <p:cNvSpPr txBox="1"/>
            <p:nvPr/>
          </p:nvSpPr>
          <p:spPr>
            <a:xfrm>
              <a:off x="7110475" y="1593700"/>
              <a:ext cx="800100" cy="10467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grpSp>
        <p:nvGrpSpPr>
          <p:cNvPr id="215" name="Google Shape;215;p17"/>
          <p:cNvGrpSpPr/>
          <p:nvPr/>
        </p:nvGrpSpPr>
        <p:grpSpPr>
          <a:xfrm>
            <a:off x="276303" y="295049"/>
            <a:ext cx="8682472" cy="4585476"/>
            <a:chOff x="276303" y="295049"/>
            <a:chExt cx="8682472" cy="4585476"/>
          </a:xfrm>
        </p:grpSpPr>
        <p:sp>
          <p:nvSpPr>
            <p:cNvPr id="216" name="Google Shape;216;p17"/>
            <p:cNvSpPr/>
            <p:nvPr/>
          </p:nvSpPr>
          <p:spPr>
            <a:xfrm>
              <a:off x="276303" y="295049"/>
              <a:ext cx="163500" cy="1635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17" name="Google Shape;217;p17"/>
            <p:cNvSpPr txBox="1"/>
            <p:nvPr/>
          </p:nvSpPr>
          <p:spPr>
            <a:xfrm>
              <a:off x="8459275" y="4651925"/>
              <a:ext cx="49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Outfit"/>
                <a:buNone/>
              </a:pPr>
              <a:r>
                <a:rPr lang="en-US" sz="800" b="0" i="0" u="none" strike="noStrike" cap="none">
                  <a:solidFill>
                    <a:srgbClr val="00D2DD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.</a:t>
              </a:r>
              <a:fld id="{00000000-1234-1234-1234-123412341234}" type="slidenum">
                <a:rPr lang="en-US"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‹#›</a:t>
              </a:fld>
              <a:endParaRPr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  <p:cxnSp>
          <p:nvCxnSpPr>
            <p:cNvPr id="218" name="Google Shape;218;p17"/>
            <p:cNvCxnSpPr>
              <a:stCxn id="219" idx="2"/>
            </p:cNvCxnSpPr>
            <p:nvPr/>
          </p:nvCxnSpPr>
          <p:spPr>
            <a:xfrm>
              <a:off x="8676034" y="4864644"/>
              <a:ext cx="1914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20" name="Google Shape;220;p17"/>
            <p:cNvSpPr/>
            <p:nvPr/>
          </p:nvSpPr>
          <p:spPr>
            <a:xfrm>
              <a:off x="8662728" y="4667715"/>
              <a:ext cx="200700" cy="1962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221" name="Google Shape;221;p17"/>
            <p:cNvCxnSpPr>
              <a:endCxn id="220" idx="2"/>
            </p:cNvCxnSpPr>
            <p:nvPr/>
          </p:nvCxnSpPr>
          <p:spPr>
            <a:xfrm rot="10800000">
              <a:off x="8863304" y="4770697"/>
              <a:ext cx="0" cy="9840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22" name="Google Shape;222;p17"/>
            <p:cNvSpPr/>
            <p:nvPr/>
          </p:nvSpPr>
          <p:spPr>
            <a:xfrm rot="-5400000">
              <a:off x="8575218" y="4670051"/>
              <a:ext cx="200700" cy="1962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19" name="Google Shape;219;p17"/>
            <p:cNvSpPr/>
            <p:nvPr/>
          </p:nvSpPr>
          <p:spPr>
            <a:xfrm rot="-5400000" flipH="1">
              <a:off x="8575218" y="4666195"/>
              <a:ext cx="200700" cy="1962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223" name="Google Shape;223;p17"/>
            <p:cNvCxnSpPr>
              <a:stCxn id="222" idx="2"/>
              <a:endCxn id="220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24" name="Google Shape;224;p17"/>
          <p:cNvSpPr txBox="1">
            <a:spLocks noGrp="1"/>
          </p:cNvSpPr>
          <p:nvPr>
            <p:ph type="body" idx="1"/>
          </p:nvPr>
        </p:nvSpPr>
        <p:spPr>
          <a:xfrm>
            <a:off x="562825" y="817275"/>
            <a:ext cx="5305500" cy="405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25" name="Google Shape;225;p17"/>
          <p:cNvSpPr txBox="1">
            <a:spLocks noGrp="1"/>
          </p:cNvSpPr>
          <p:nvPr>
            <p:ph type="title"/>
          </p:nvPr>
        </p:nvSpPr>
        <p:spPr>
          <a:xfrm>
            <a:off x="562825" y="357529"/>
            <a:ext cx="53055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226" name="Google Shape;226;p17"/>
          <p:cNvGrpSpPr/>
          <p:nvPr/>
        </p:nvGrpSpPr>
        <p:grpSpPr>
          <a:xfrm>
            <a:off x="364209" y="292130"/>
            <a:ext cx="82155" cy="82230"/>
            <a:chOff x="7483200" y="518225"/>
            <a:chExt cx="602750" cy="603300"/>
          </a:xfrm>
        </p:grpSpPr>
        <p:sp>
          <p:nvSpPr>
            <p:cNvPr id="227" name="Google Shape;227;p17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28" name="Google Shape;228;p17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229" name="Google Shape;229;p17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4 - Titre, sous-titre, contenu et visuel à droite - cadre blanc">
  <p:cSld name="64 - Titre, sous-titre, contenu et visuel à droite - cadre blanc"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1" name="Google Shape;231;p18"/>
          <p:cNvGrpSpPr/>
          <p:nvPr/>
        </p:nvGrpSpPr>
        <p:grpSpPr>
          <a:xfrm>
            <a:off x="6270019" y="304800"/>
            <a:ext cx="2593200" cy="3705000"/>
            <a:chOff x="6270019" y="304800"/>
            <a:chExt cx="2593200" cy="3705000"/>
          </a:xfrm>
        </p:grpSpPr>
        <p:sp>
          <p:nvSpPr>
            <p:cNvPr id="232" name="Google Shape;232;p18"/>
            <p:cNvSpPr/>
            <p:nvPr/>
          </p:nvSpPr>
          <p:spPr>
            <a:xfrm>
              <a:off x="6270019" y="304800"/>
              <a:ext cx="2593200" cy="3705000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33" name="Google Shape;233;p18"/>
            <p:cNvSpPr txBox="1"/>
            <p:nvPr/>
          </p:nvSpPr>
          <p:spPr>
            <a:xfrm>
              <a:off x="7110475" y="1593700"/>
              <a:ext cx="800100" cy="10467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grpSp>
        <p:nvGrpSpPr>
          <p:cNvPr id="234" name="Google Shape;234;p18"/>
          <p:cNvGrpSpPr/>
          <p:nvPr/>
        </p:nvGrpSpPr>
        <p:grpSpPr>
          <a:xfrm>
            <a:off x="276303" y="295049"/>
            <a:ext cx="8682472" cy="4585476"/>
            <a:chOff x="276303" y="295049"/>
            <a:chExt cx="8682472" cy="4585476"/>
          </a:xfrm>
        </p:grpSpPr>
        <p:cxnSp>
          <p:nvCxnSpPr>
            <p:cNvPr id="235" name="Google Shape;235;p18"/>
            <p:cNvCxnSpPr>
              <a:stCxn id="236" idx="2"/>
              <a:endCxn id="237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grpSp>
          <p:nvGrpSpPr>
            <p:cNvPr id="238" name="Google Shape;238;p18"/>
            <p:cNvGrpSpPr/>
            <p:nvPr/>
          </p:nvGrpSpPr>
          <p:grpSpPr>
            <a:xfrm>
              <a:off x="276303" y="295049"/>
              <a:ext cx="8682472" cy="4585476"/>
              <a:chOff x="276303" y="295049"/>
              <a:chExt cx="8682472" cy="4585476"/>
            </a:xfrm>
          </p:grpSpPr>
          <p:sp>
            <p:nvSpPr>
              <p:cNvPr id="239" name="Google Shape;239;p18"/>
              <p:cNvSpPr/>
              <p:nvPr/>
            </p:nvSpPr>
            <p:spPr>
              <a:xfrm>
                <a:off x="276303" y="295049"/>
                <a:ext cx="163500" cy="163500"/>
              </a:xfrm>
              <a:prstGeom prst="donut">
                <a:avLst>
                  <a:gd name="adj" fmla="val 20918"/>
                </a:avLst>
              </a:prstGeom>
              <a:solidFill>
                <a:srgbClr val="0E235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240" name="Google Shape;240;p18"/>
              <p:cNvSpPr txBox="1"/>
              <p:nvPr/>
            </p:nvSpPr>
            <p:spPr>
              <a:xfrm>
                <a:off x="8459275" y="4651925"/>
                <a:ext cx="4995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Outfit"/>
                  <a:buNone/>
                </a:pPr>
                <a:r>
                  <a:rPr lang="en-US" sz="800" b="0" i="0" u="none" strike="noStrike" cap="none">
                    <a:solidFill>
                      <a:srgbClr val="00D2DD"/>
                    </a:solidFill>
                    <a:latin typeface="Outfit SemiBold"/>
                    <a:ea typeface="Outfit SemiBold"/>
                    <a:cs typeface="Outfit SemiBold"/>
                    <a:sym typeface="Outfit SemiBold"/>
                  </a:rPr>
                  <a:t>.</a:t>
                </a:r>
                <a:fld id="{00000000-1234-1234-1234-123412341234}" type="slidenum">
                  <a:rPr lang="en-US" sz="800" b="0" i="0" u="none" strike="noStrike" cap="none">
                    <a:solidFill>
                      <a:srgbClr val="0E2356"/>
                    </a:solidFill>
                    <a:latin typeface="Outfit SemiBold"/>
                    <a:ea typeface="Outfit SemiBold"/>
                    <a:cs typeface="Outfit SemiBold"/>
                    <a:sym typeface="Outfit SemiBold"/>
                  </a:rPr>
                  <a:t>‹#›</a:t>
                </a:fld>
                <a:endParaRPr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endParaRPr>
              </a:p>
            </p:txBody>
          </p:sp>
          <p:cxnSp>
            <p:nvCxnSpPr>
              <p:cNvPr id="241" name="Google Shape;241;p18"/>
              <p:cNvCxnSpPr>
                <a:stCxn id="242" idx="2"/>
              </p:cNvCxnSpPr>
              <p:nvPr/>
            </p:nvCxnSpPr>
            <p:spPr>
              <a:xfrm>
                <a:off x="8676034" y="4864644"/>
                <a:ext cx="191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237" name="Google Shape;237;p18"/>
              <p:cNvSpPr/>
              <p:nvPr/>
            </p:nvSpPr>
            <p:spPr>
              <a:xfrm>
                <a:off x="8662728" y="4667715"/>
                <a:ext cx="200700" cy="196200"/>
              </a:xfrm>
              <a:prstGeom prst="arc">
                <a:avLst>
                  <a:gd name="adj1" fmla="val 16241889"/>
                  <a:gd name="adj2" fmla="val 167312"/>
                </a:avLst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cxnSp>
            <p:nvCxnSpPr>
              <p:cNvPr id="243" name="Google Shape;243;p18"/>
              <p:cNvCxnSpPr>
                <a:endCxn id="237" idx="2"/>
              </p:cNvCxnSpPr>
              <p:nvPr/>
            </p:nvCxnSpPr>
            <p:spPr>
              <a:xfrm rot="10800000">
                <a:off x="8863304" y="4770697"/>
                <a:ext cx="0" cy="984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236" name="Google Shape;236;p18"/>
              <p:cNvSpPr/>
              <p:nvPr/>
            </p:nvSpPr>
            <p:spPr>
              <a:xfrm rot="-5400000">
                <a:off x="8575218" y="4670051"/>
                <a:ext cx="200700" cy="196200"/>
              </a:xfrm>
              <a:prstGeom prst="arc">
                <a:avLst>
                  <a:gd name="adj1" fmla="val 16241889"/>
                  <a:gd name="adj2" fmla="val 11524"/>
                </a:avLst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242" name="Google Shape;242;p18"/>
              <p:cNvSpPr/>
              <p:nvPr/>
            </p:nvSpPr>
            <p:spPr>
              <a:xfrm rot="-5400000" flipH="1">
                <a:off x="8575218" y="4666195"/>
                <a:ext cx="200700" cy="196200"/>
              </a:xfrm>
              <a:prstGeom prst="arc">
                <a:avLst>
                  <a:gd name="adj1" fmla="val 16241889"/>
                  <a:gd name="adj2" fmla="val 15973"/>
                </a:avLst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</p:grpSp>
      <p:sp>
        <p:nvSpPr>
          <p:cNvPr id="244" name="Google Shape;244;p18"/>
          <p:cNvSpPr txBox="1">
            <a:spLocks noGrp="1"/>
          </p:cNvSpPr>
          <p:nvPr>
            <p:ph type="body" idx="1"/>
          </p:nvPr>
        </p:nvSpPr>
        <p:spPr>
          <a:xfrm>
            <a:off x="562800" y="1273200"/>
            <a:ext cx="5305500" cy="35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0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45" name="Google Shape;245;p18"/>
          <p:cNvSpPr txBox="1">
            <a:spLocks noGrp="1"/>
          </p:cNvSpPr>
          <p:nvPr>
            <p:ph type="subTitle" idx="2"/>
          </p:nvPr>
        </p:nvSpPr>
        <p:spPr>
          <a:xfrm>
            <a:off x="571015" y="778000"/>
            <a:ext cx="5305500" cy="3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46" name="Google Shape;246;p18"/>
          <p:cNvSpPr txBox="1">
            <a:spLocks noGrp="1"/>
          </p:cNvSpPr>
          <p:nvPr>
            <p:ph type="title"/>
          </p:nvPr>
        </p:nvSpPr>
        <p:spPr>
          <a:xfrm>
            <a:off x="562825" y="361400"/>
            <a:ext cx="53055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247" name="Google Shape;247;p18"/>
          <p:cNvGrpSpPr/>
          <p:nvPr/>
        </p:nvGrpSpPr>
        <p:grpSpPr>
          <a:xfrm>
            <a:off x="276301" y="295049"/>
            <a:ext cx="163560" cy="163519"/>
            <a:chOff x="6838242" y="539639"/>
            <a:chExt cx="1200000" cy="1199700"/>
          </a:xfrm>
        </p:grpSpPr>
        <p:sp>
          <p:nvSpPr>
            <p:cNvPr id="248" name="Google Shape;248;p18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49" name="Google Shape;249;p18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250" name="Google Shape;250;p18"/>
          <p:cNvSpPr/>
          <p:nvPr/>
        </p:nvSpPr>
        <p:spPr>
          <a:xfrm>
            <a:off x="417004" y="292130"/>
            <a:ext cx="29400" cy="294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51" name="Google Shape;251;p18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5 - Titre, contenu, visuel à droite et bloc conclu - cadre blanc">
  <p:cSld name="65 - Titre, contenu, visuel à droite et bloc conclu - cadre blanc"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3" name="Google Shape;253;p19"/>
          <p:cNvGrpSpPr/>
          <p:nvPr/>
        </p:nvGrpSpPr>
        <p:grpSpPr>
          <a:xfrm rot="10800000">
            <a:off x="5754900" y="3471525"/>
            <a:ext cx="1392300" cy="1392300"/>
            <a:chOff x="7475475" y="301725"/>
            <a:chExt cx="1392300" cy="1392300"/>
          </a:xfrm>
        </p:grpSpPr>
        <p:sp>
          <p:nvSpPr>
            <p:cNvPr id="254" name="Google Shape;254;p19"/>
            <p:cNvSpPr/>
            <p:nvPr/>
          </p:nvSpPr>
          <p:spPr>
            <a:xfrm rot="10800000">
              <a:off x="7475475" y="301725"/>
              <a:ext cx="1392300" cy="1392300"/>
            </a:xfrm>
            <a:prstGeom prst="teardrop">
              <a:avLst>
                <a:gd name="adj" fmla="val 10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55" name="Google Shape;255;p19"/>
            <p:cNvSpPr txBox="1"/>
            <p:nvPr/>
          </p:nvSpPr>
          <p:spPr>
            <a:xfrm rot="10800000">
              <a:off x="7776288" y="553850"/>
              <a:ext cx="800100" cy="104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256" name="Google Shape;256;p19"/>
          <p:cNvSpPr/>
          <p:nvPr/>
        </p:nvSpPr>
        <p:spPr>
          <a:xfrm>
            <a:off x="6549661" y="301725"/>
            <a:ext cx="2324700" cy="3169800"/>
          </a:xfrm>
          <a:prstGeom prst="round2DiagRect">
            <a:avLst>
              <a:gd name="adj1" fmla="val 50000"/>
              <a:gd name="adj2" fmla="val 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257" name="Google Shape;257;p19"/>
          <p:cNvGrpSpPr/>
          <p:nvPr/>
        </p:nvGrpSpPr>
        <p:grpSpPr>
          <a:xfrm>
            <a:off x="276303" y="295049"/>
            <a:ext cx="8682472" cy="4585476"/>
            <a:chOff x="276303" y="295049"/>
            <a:chExt cx="8682472" cy="4585476"/>
          </a:xfrm>
        </p:grpSpPr>
        <p:sp>
          <p:nvSpPr>
            <p:cNvPr id="258" name="Google Shape;258;p19"/>
            <p:cNvSpPr/>
            <p:nvPr/>
          </p:nvSpPr>
          <p:spPr>
            <a:xfrm>
              <a:off x="276303" y="295049"/>
              <a:ext cx="163500" cy="1635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259" name="Google Shape;259;p19"/>
            <p:cNvCxnSpPr>
              <a:stCxn id="260" idx="2"/>
            </p:cNvCxnSpPr>
            <p:nvPr/>
          </p:nvCxnSpPr>
          <p:spPr>
            <a:xfrm>
              <a:off x="8676034" y="4864644"/>
              <a:ext cx="1914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61" name="Google Shape;261;p19"/>
            <p:cNvSpPr/>
            <p:nvPr/>
          </p:nvSpPr>
          <p:spPr>
            <a:xfrm>
              <a:off x="8662728" y="4667715"/>
              <a:ext cx="200700" cy="1962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262" name="Google Shape;262;p19"/>
            <p:cNvCxnSpPr>
              <a:endCxn id="261" idx="2"/>
            </p:cNvCxnSpPr>
            <p:nvPr/>
          </p:nvCxnSpPr>
          <p:spPr>
            <a:xfrm rot="10800000">
              <a:off x="8863304" y="4770697"/>
              <a:ext cx="0" cy="9840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63" name="Google Shape;263;p19"/>
            <p:cNvSpPr/>
            <p:nvPr/>
          </p:nvSpPr>
          <p:spPr>
            <a:xfrm rot="-5400000">
              <a:off x="8575218" y="4670051"/>
              <a:ext cx="200700" cy="1962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60" name="Google Shape;260;p19"/>
            <p:cNvSpPr/>
            <p:nvPr/>
          </p:nvSpPr>
          <p:spPr>
            <a:xfrm rot="-5400000" flipH="1">
              <a:off x="8575218" y="4666195"/>
              <a:ext cx="200700" cy="1962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264" name="Google Shape;264;p19"/>
            <p:cNvCxnSpPr>
              <a:stCxn id="263" idx="2"/>
              <a:endCxn id="261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65" name="Google Shape;265;p19"/>
            <p:cNvSpPr txBox="1"/>
            <p:nvPr/>
          </p:nvSpPr>
          <p:spPr>
            <a:xfrm>
              <a:off x="8459275" y="4651925"/>
              <a:ext cx="49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Outfit"/>
                <a:buNone/>
              </a:pPr>
              <a:r>
                <a:rPr lang="en-US" sz="800" b="0" i="0" u="none" strike="noStrike" cap="none">
                  <a:solidFill>
                    <a:srgbClr val="00D2DD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.</a:t>
              </a:r>
              <a:fld id="{00000000-1234-1234-1234-123412341234}" type="slidenum">
                <a:rPr lang="en-US"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‹#›</a:t>
              </a:fld>
              <a:endParaRPr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</p:grpSp>
      <p:sp>
        <p:nvSpPr>
          <p:cNvPr id="266" name="Google Shape;266;p19"/>
          <p:cNvSpPr txBox="1">
            <a:spLocks noGrp="1"/>
          </p:cNvSpPr>
          <p:nvPr>
            <p:ph type="body" idx="1"/>
          </p:nvPr>
        </p:nvSpPr>
        <p:spPr>
          <a:xfrm>
            <a:off x="562775" y="817275"/>
            <a:ext cx="4790400" cy="405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67" name="Google Shape;267;p19"/>
          <p:cNvSpPr txBox="1">
            <a:spLocks noGrp="1"/>
          </p:cNvSpPr>
          <p:nvPr>
            <p:ph type="title"/>
          </p:nvPr>
        </p:nvSpPr>
        <p:spPr>
          <a:xfrm>
            <a:off x="562825" y="361375"/>
            <a:ext cx="47904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68" name="Google Shape;268;p19"/>
          <p:cNvSpPr txBox="1">
            <a:spLocks noGrp="1"/>
          </p:cNvSpPr>
          <p:nvPr>
            <p:ph type="body" idx="2"/>
          </p:nvPr>
        </p:nvSpPr>
        <p:spPr>
          <a:xfrm>
            <a:off x="6920978" y="765250"/>
            <a:ext cx="1699500" cy="20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cxnSp>
        <p:nvCxnSpPr>
          <p:cNvPr id="269" name="Google Shape;269;p19"/>
          <p:cNvCxnSpPr/>
          <p:nvPr/>
        </p:nvCxnSpPr>
        <p:spPr>
          <a:xfrm>
            <a:off x="8867775" y="434100"/>
            <a:ext cx="0" cy="1588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0" name="Google Shape;270;p19"/>
          <p:cNvSpPr/>
          <p:nvPr/>
        </p:nvSpPr>
        <p:spPr>
          <a:xfrm>
            <a:off x="417004" y="292130"/>
            <a:ext cx="29400" cy="294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71" name="Google Shape;271;p19"/>
          <p:cNvSpPr/>
          <p:nvPr/>
        </p:nvSpPr>
        <p:spPr>
          <a:xfrm>
            <a:off x="364209" y="345001"/>
            <a:ext cx="29400" cy="294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72" name="Google Shape;272;p19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6 - Titre, sous-titre, contenu, visuel à droite et bloc conclu - cadre blanc">
  <p:cSld name="66 - Titre, sous-titre, contenu, visuel à droite et bloc conclu - cadre blanc"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20"/>
          <p:cNvSpPr txBox="1">
            <a:spLocks noGrp="1"/>
          </p:cNvSpPr>
          <p:nvPr>
            <p:ph type="body" idx="1"/>
          </p:nvPr>
        </p:nvSpPr>
        <p:spPr>
          <a:xfrm>
            <a:off x="562825" y="1267800"/>
            <a:ext cx="4790400" cy="359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75" name="Google Shape;275;p20"/>
          <p:cNvSpPr txBox="1">
            <a:spLocks noGrp="1"/>
          </p:cNvSpPr>
          <p:nvPr>
            <p:ph type="subTitle" idx="2"/>
          </p:nvPr>
        </p:nvSpPr>
        <p:spPr>
          <a:xfrm>
            <a:off x="571015" y="777619"/>
            <a:ext cx="47904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76" name="Google Shape;276;p20"/>
          <p:cNvSpPr txBox="1">
            <a:spLocks noGrp="1"/>
          </p:cNvSpPr>
          <p:nvPr>
            <p:ph type="title"/>
          </p:nvPr>
        </p:nvSpPr>
        <p:spPr>
          <a:xfrm>
            <a:off x="562825" y="367000"/>
            <a:ext cx="4790400" cy="3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277" name="Google Shape;277;p20"/>
          <p:cNvGrpSpPr/>
          <p:nvPr/>
        </p:nvGrpSpPr>
        <p:grpSpPr>
          <a:xfrm>
            <a:off x="276301" y="292130"/>
            <a:ext cx="8682474" cy="4588395"/>
            <a:chOff x="276301" y="292130"/>
            <a:chExt cx="8682474" cy="4588395"/>
          </a:xfrm>
        </p:grpSpPr>
        <p:grpSp>
          <p:nvGrpSpPr>
            <p:cNvPr id="278" name="Google Shape;278;p20"/>
            <p:cNvGrpSpPr/>
            <p:nvPr/>
          </p:nvGrpSpPr>
          <p:grpSpPr>
            <a:xfrm>
              <a:off x="276301" y="292130"/>
              <a:ext cx="170063" cy="166438"/>
              <a:chOff x="6838242" y="518225"/>
              <a:chExt cx="1247708" cy="1221114"/>
            </a:xfrm>
          </p:grpSpPr>
          <p:sp>
            <p:nvSpPr>
              <p:cNvPr id="279" name="Google Shape;279;p20"/>
              <p:cNvSpPr/>
              <p:nvPr/>
            </p:nvSpPr>
            <p:spPr>
              <a:xfrm>
                <a:off x="7870550" y="5182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280" name="Google Shape;280;p20"/>
              <p:cNvSpPr/>
              <p:nvPr/>
            </p:nvSpPr>
            <p:spPr>
              <a:xfrm>
                <a:off x="6838242" y="539639"/>
                <a:ext cx="1200000" cy="1199700"/>
              </a:xfrm>
              <a:prstGeom prst="donut">
                <a:avLst>
                  <a:gd name="adj" fmla="val 20918"/>
                </a:avLst>
              </a:prstGeom>
              <a:solidFill>
                <a:srgbClr val="0E235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281" name="Google Shape;281;p20"/>
              <p:cNvSpPr/>
              <p:nvPr/>
            </p:nvSpPr>
            <p:spPr>
              <a:xfrm>
                <a:off x="7483200" y="9061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282" name="Google Shape;282;p20"/>
            <p:cNvSpPr txBox="1"/>
            <p:nvPr/>
          </p:nvSpPr>
          <p:spPr>
            <a:xfrm>
              <a:off x="8459275" y="4651925"/>
              <a:ext cx="49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Outfit"/>
                <a:buNone/>
              </a:pPr>
              <a:r>
                <a:rPr lang="en-US" sz="800" b="0" i="0" u="none" strike="noStrike" cap="none">
                  <a:solidFill>
                    <a:srgbClr val="00D2DD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.</a:t>
              </a:r>
              <a:fld id="{00000000-1234-1234-1234-123412341234}" type="slidenum">
                <a:rPr lang="en-US"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‹#›</a:t>
              </a:fld>
              <a:endParaRPr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  <p:cxnSp>
          <p:nvCxnSpPr>
            <p:cNvPr id="283" name="Google Shape;283;p20"/>
            <p:cNvCxnSpPr>
              <a:stCxn id="284" idx="2"/>
            </p:cNvCxnSpPr>
            <p:nvPr/>
          </p:nvCxnSpPr>
          <p:spPr>
            <a:xfrm>
              <a:off x="8676034" y="4864644"/>
              <a:ext cx="1914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85" name="Google Shape;285;p20"/>
            <p:cNvSpPr/>
            <p:nvPr/>
          </p:nvSpPr>
          <p:spPr>
            <a:xfrm>
              <a:off x="8662728" y="4667715"/>
              <a:ext cx="200700" cy="1962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286" name="Google Shape;286;p20"/>
            <p:cNvCxnSpPr>
              <a:endCxn id="285" idx="2"/>
            </p:cNvCxnSpPr>
            <p:nvPr/>
          </p:nvCxnSpPr>
          <p:spPr>
            <a:xfrm rot="10800000">
              <a:off x="8863304" y="4770697"/>
              <a:ext cx="0" cy="9840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87" name="Google Shape;287;p20"/>
            <p:cNvSpPr/>
            <p:nvPr/>
          </p:nvSpPr>
          <p:spPr>
            <a:xfrm rot="-5400000">
              <a:off x="8575218" y="4670051"/>
              <a:ext cx="200700" cy="1962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84" name="Google Shape;284;p20"/>
            <p:cNvSpPr/>
            <p:nvPr/>
          </p:nvSpPr>
          <p:spPr>
            <a:xfrm rot="-5400000" flipH="1">
              <a:off x="8575218" y="4666195"/>
              <a:ext cx="200700" cy="1962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288" name="Google Shape;288;p20"/>
            <p:cNvCxnSpPr>
              <a:stCxn id="287" idx="2"/>
              <a:endCxn id="285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289" name="Google Shape;289;p20"/>
          <p:cNvGrpSpPr/>
          <p:nvPr/>
        </p:nvGrpSpPr>
        <p:grpSpPr>
          <a:xfrm rot="10800000">
            <a:off x="5754902" y="3471525"/>
            <a:ext cx="1392300" cy="1392300"/>
            <a:chOff x="7475475" y="301725"/>
            <a:chExt cx="1392300" cy="1392300"/>
          </a:xfrm>
        </p:grpSpPr>
        <p:sp>
          <p:nvSpPr>
            <p:cNvPr id="290" name="Google Shape;290;p20"/>
            <p:cNvSpPr/>
            <p:nvPr/>
          </p:nvSpPr>
          <p:spPr>
            <a:xfrm rot="10800000">
              <a:off x="7475475" y="301725"/>
              <a:ext cx="1392300" cy="1392300"/>
            </a:xfrm>
            <a:prstGeom prst="teardrop">
              <a:avLst>
                <a:gd name="adj" fmla="val 10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91" name="Google Shape;291;p20"/>
            <p:cNvSpPr txBox="1"/>
            <p:nvPr/>
          </p:nvSpPr>
          <p:spPr>
            <a:xfrm rot="10800000">
              <a:off x="7776288" y="553850"/>
              <a:ext cx="800100" cy="104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292" name="Google Shape;292;p20"/>
          <p:cNvSpPr/>
          <p:nvPr/>
        </p:nvSpPr>
        <p:spPr>
          <a:xfrm>
            <a:off x="6543075" y="301725"/>
            <a:ext cx="2324700" cy="3169800"/>
          </a:xfrm>
          <a:prstGeom prst="round2DiagRect">
            <a:avLst>
              <a:gd name="adj1" fmla="val 50000"/>
              <a:gd name="adj2" fmla="val 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93" name="Google Shape;293;p20"/>
          <p:cNvSpPr txBox="1">
            <a:spLocks noGrp="1"/>
          </p:cNvSpPr>
          <p:nvPr>
            <p:ph type="body" idx="3"/>
          </p:nvPr>
        </p:nvSpPr>
        <p:spPr>
          <a:xfrm>
            <a:off x="6920975" y="765250"/>
            <a:ext cx="1699500" cy="20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cxnSp>
        <p:nvCxnSpPr>
          <p:cNvPr id="294" name="Google Shape;294;p20"/>
          <p:cNvCxnSpPr/>
          <p:nvPr/>
        </p:nvCxnSpPr>
        <p:spPr>
          <a:xfrm>
            <a:off x="8867775" y="434100"/>
            <a:ext cx="0" cy="1588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5" name="Google Shape;295;p20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7 - Titre, contenu et visuel à gauche - cadre blanc">
  <p:cSld name="67 - Titre, contenu et visuel à gauche - cadre blanc"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21"/>
          <p:cNvSpPr txBox="1">
            <a:spLocks noGrp="1"/>
          </p:cNvSpPr>
          <p:nvPr>
            <p:ph type="title"/>
          </p:nvPr>
        </p:nvSpPr>
        <p:spPr>
          <a:xfrm>
            <a:off x="3440825" y="359479"/>
            <a:ext cx="51366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98" name="Google Shape;298;p21"/>
          <p:cNvSpPr txBox="1">
            <a:spLocks noGrp="1"/>
          </p:cNvSpPr>
          <p:nvPr>
            <p:ph type="body" idx="1"/>
          </p:nvPr>
        </p:nvSpPr>
        <p:spPr>
          <a:xfrm>
            <a:off x="3440825" y="817275"/>
            <a:ext cx="5136600" cy="40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299" name="Google Shape;299;p21"/>
          <p:cNvGrpSpPr/>
          <p:nvPr/>
        </p:nvGrpSpPr>
        <p:grpSpPr>
          <a:xfrm>
            <a:off x="571494" y="306825"/>
            <a:ext cx="2593200" cy="3705000"/>
            <a:chOff x="-2696606" y="304800"/>
            <a:chExt cx="2593200" cy="3705000"/>
          </a:xfrm>
        </p:grpSpPr>
        <p:sp>
          <p:nvSpPr>
            <p:cNvPr id="300" name="Google Shape;300;p21"/>
            <p:cNvSpPr/>
            <p:nvPr/>
          </p:nvSpPr>
          <p:spPr>
            <a:xfrm>
              <a:off x="-2696606" y="304800"/>
              <a:ext cx="2593200" cy="3705000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01" name="Google Shape;301;p21"/>
            <p:cNvSpPr txBox="1"/>
            <p:nvPr/>
          </p:nvSpPr>
          <p:spPr>
            <a:xfrm>
              <a:off x="-1856150" y="1593700"/>
              <a:ext cx="800100" cy="104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grpSp>
        <p:nvGrpSpPr>
          <p:cNvPr id="302" name="Google Shape;302;p21"/>
          <p:cNvGrpSpPr/>
          <p:nvPr/>
        </p:nvGrpSpPr>
        <p:grpSpPr>
          <a:xfrm>
            <a:off x="276301" y="292130"/>
            <a:ext cx="8682474" cy="4588395"/>
            <a:chOff x="276301" y="292130"/>
            <a:chExt cx="8682474" cy="4588395"/>
          </a:xfrm>
        </p:grpSpPr>
        <p:grpSp>
          <p:nvGrpSpPr>
            <p:cNvPr id="303" name="Google Shape;303;p21"/>
            <p:cNvGrpSpPr/>
            <p:nvPr/>
          </p:nvGrpSpPr>
          <p:grpSpPr>
            <a:xfrm>
              <a:off x="276301" y="292130"/>
              <a:ext cx="170063" cy="166438"/>
              <a:chOff x="6838242" y="518225"/>
              <a:chExt cx="1247708" cy="1221114"/>
            </a:xfrm>
          </p:grpSpPr>
          <p:sp>
            <p:nvSpPr>
              <p:cNvPr id="304" name="Google Shape;304;p21"/>
              <p:cNvSpPr/>
              <p:nvPr/>
            </p:nvSpPr>
            <p:spPr>
              <a:xfrm>
                <a:off x="7870550" y="5182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05" name="Google Shape;305;p21"/>
              <p:cNvSpPr/>
              <p:nvPr/>
            </p:nvSpPr>
            <p:spPr>
              <a:xfrm>
                <a:off x="6838242" y="539639"/>
                <a:ext cx="1200000" cy="1199700"/>
              </a:xfrm>
              <a:prstGeom prst="donut">
                <a:avLst>
                  <a:gd name="adj" fmla="val 20918"/>
                </a:avLst>
              </a:prstGeom>
              <a:solidFill>
                <a:srgbClr val="0E235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06" name="Google Shape;306;p21"/>
              <p:cNvSpPr/>
              <p:nvPr/>
            </p:nvSpPr>
            <p:spPr>
              <a:xfrm>
                <a:off x="7483200" y="9061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307" name="Google Shape;307;p21"/>
            <p:cNvSpPr txBox="1"/>
            <p:nvPr/>
          </p:nvSpPr>
          <p:spPr>
            <a:xfrm>
              <a:off x="8459275" y="4651925"/>
              <a:ext cx="49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Outfit"/>
                <a:buNone/>
              </a:pPr>
              <a:r>
                <a:rPr lang="en-US" sz="800" b="0" i="0" u="none" strike="noStrike" cap="none">
                  <a:solidFill>
                    <a:srgbClr val="00D2DD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.</a:t>
              </a:r>
              <a:fld id="{00000000-1234-1234-1234-123412341234}" type="slidenum">
                <a:rPr lang="en-US"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‹#›</a:t>
              </a:fld>
              <a:endParaRPr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  <p:cxnSp>
          <p:nvCxnSpPr>
            <p:cNvPr id="308" name="Google Shape;308;p21"/>
            <p:cNvCxnSpPr>
              <a:stCxn id="309" idx="2"/>
            </p:cNvCxnSpPr>
            <p:nvPr/>
          </p:nvCxnSpPr>
          <p:spPr>
            <a:xfrm>
              <a:off x="8676034" y="4864644"/>
              <a:ext cx="1914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10" name="Google Shape;310;p21"/>
            <p:cNvSpPr/>
            <p:nvPr/>
          </p:nvSpPr>
          <p:spPr>
            <a:xfrm>
              <a:off x="8662728" y="4667715"/>
              <a:ext cx="200700" cy="1962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11" name="Google Shape;311;p21"/>
            <p:cNvCxnSpPr>
              <a:endCxn id="310" idx="2"/>
            </p:cNvCxnSpPr>
            <p:nvPr/>
          </p:nvCxnSpPr>
          <p:spPr>
            <a:xfrm rot="10800000">
              <a:off x="8863304" y="4770697"/>
              <a:ext cx="0" cy="9840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12" name="Google Shape;312;p21"/>
            <p:cNvSpPr/>
            <p:nvPr/>
          </p:nvSpPr>
          <p:spPr>
            <a:xfrm rot="-5400000">
              <a:off x="8575218" y="4670051"/>
              <a:ext cx="200700" cy="1962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09" name="Google Shape;309;p21"/>
            <p:cNvSpPr/>
            <p:nvPr/>
          </p:nvSpPr>
          <p:spPr>
            <a:xfrm rot="-5400000" flipH="1">
              <a:off x="8575218" y="4666195"/>
              <a:ext cx="200700" cy="1962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13" name="Google Shape;313;p21"/>
            <p:cNvCxnSpPr>
              <a:stCxn id="312" idx="2"/>
              <a:endCxn id="310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314" name="Google Shape;314;p21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8 - Titre, sous-titre, contenu et visuel à gauche - cadre blanc">
  <p:cSld name="68 - Titre, sous-titre, contenu et visuel à gauche - cadre blanc"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22"/>
          <p:cNvSpPr/>
          <p:nvPr/>
        </p:nvSpPr>
        <p:spPr>
          <a:xfrm rot="5400000" flipH="1">
            <a:off x="4143250" y="131125"/>
            <a:ext cx="4709400" cy="4865400"/>
          </a:xfrm>
          <a:prstGeom prst="round2SameRect">
            <a:avLst>
              <a:gd name="adj1" fmla="val 1367"/>
              <a:gd name="adj2" fmla="val 0"/>
            </a:avLst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17" name="Google Shape;317;p22"/>
          <p:cNvSpPr txBox="1">
            <a:spLocks noGrp="1"/>
          </p:cNvSpPr>
          <p:nvPr>
            <p:ph type="subTitle" idx="1"/>
          </p:nvPr>
        </p:nvSpPr>
        <p:spPr>
          <a:xfrm>
            <a:off x="3442450" y="779144"/>
            <a:ext cx="5139300" cy="30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18" name="Google Shape;318;p22"/>
          <p:cNvSpPr txBox="1">
            <a:spLocks noGrp="1"/>
          </p:cNvSpPr>
          <p:nvPr>
            <p:ph type="body" idx="2"/>
          </p:nvPr>
        </p:nvSpPr>
        <p:spPr>
          <a:xfrm>
            <a:off x="3438150" y="1271025"/>
            <a:ext cx="5139300" cy="35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19" name="Google Shape;319;p22"/>
          <p:cNvSpPr txBox="1">
            <a:spLocks noGrp="1"/>
          </p:cNvSpPr>
          <p:nvPr>
            <p:ph type="title"/>
          </p:nvPr>
        </p:nvSpPr>
        <p:spPr>
          <a:xfrm>
            <a:off x="3438150" y="358969"/>
            <a:ext cx="51393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320" name="Google Shape;320;p22"/>
          <p:cNvGrpSpPr/>
          <p:nvPr/>
        </p:nvGrpSpPr>
        <p:grpSpPr>
          <a:xfrm>
            <a:off x="571494" y="306825"/>
            <a:ext cx="2593200" cy="3705000"/>
            <a:chOff x="-2696606" y="304800"/>
            <a:chExt cx="2593200" cy="3705000"/>
          </a:xfrm>
        </p:grpSpPr>
        <p:sp>
          <p:nvSpPr>
            <p:cNvPr id="321" name="Google Shape;321;p22"/>
            <p:cNvSpPr/>
            <p:nvPr/>
          </p:nvSpPr>
          <p:spPr>
            <a:xfrm>
              <a:off x="-2696606" y="304800"/>
              <a:ext cx="2593200" cy="3705000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22" name="Google Shape;322;p22"/>
            <p:cNvSpPr txBox="1"/>
            <p:nvPr/>
          </p:nvSpPr>
          <p:spPr>
            <a:xfrm>
              <a:off x="-1856150" y="1593700"/>
              <a:ext cx="800100" cy="104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grpSp>
        <p:nvGrpSpPr>
          <p:cNvPr id="323" name="Google Shape;323;p22"/>
          <p:cNvGrpSpPr/>
          <p:nvPr/>
        </p:nvGrpSpPr>
        <p:grpSpPr>
          <a:xfrm>
            <a:off x="276301" y="292130"/>
            <a:ext cx="8682474" cy="4588395"/>
            <a:chOff x="276301" y="292130"/>
            <a:chExt cx="8682474" cy="4588395"/>
          </a:xfrm>
        </p:grpSpPr>
        <p:grpSp>
          <p:nvGrpSpPr>
            <p:cNvPr id="324" name="Google Shape;324;p22"/>
            <p:cNvGrpSpPr/>
            <p:nvPr/>
          </p:nvGrpSpPr>
          <p:grpSpPr>
            <a:xfrm>
              <a:off x="276301" y="292130"/>
              <a:ext cx="170063" cy="166438"/>
              <a:chOff x="6838242" y="518225"/>
              <a:chExt cx="1247708" cy="1221114"/>
            </a:xfrm>
          </p:grpSpPr>
          <p:sp>
            <p:nvSpPr>
              <p:cNvPr id="325" name="Google Shape;325;p22"/>
              <p:cNvSpPr/>
              <p:nvPr/>
            </p:nvSpPr>
            <p:spPr>
              <a:xfrm>
                <a:off x="7870550" y="5182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26" name="Google Shape;326;p22"/>
              <p:cNvSpPr/>
              <p:nvPr/>
            </p:nvSpPr>
            <p:spPr>
              <a:xfrm>
                <a:off x="6838242" y="539639"/>
                <a:ext cx="1200000" cy="1199700"/>
              </a:xfrm>
              <a:prstGeom prst="donut">
                <a:avLst>
                  <a:gd name="adj" fmla="val 20918"/>
                </a:avLst>
              </a:prstGeom>
              <a:solidFill>
                <a:srgbClr val="0E235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27" name="Google Shape;327;p22"/>
              <p:cNvSpPr/>
              <p:nvPr/>
            </p:nvSpPr>
            <p:spPr>
              <a:xfrm>
                <a:off x="7483200" y="9061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328" name="Google Shape;328;p22"/>
            <p:cNvSpPr txBox="1"/>
            <p:nvPr/>
          </p:nvSpPr>
          <p:spPr>
            <a:xfrm>
              <a:off x="8459275" y="4651925"/>
              <a:ext cx="49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Outfit"/>
                <a:buNone/>
              </a:pPr>
              <a:r>
                <a:rPr lang="en-US" sz="800" b="0" i="0" u="none" strike="noStrike" cap="none">
                  <a:solidFill>
                    <a:srgbClr val="00D2DD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.</a:t>
              </a:r>
              <a:fld id="{00000000-1234-1234-1234-123412341234}" type="slidenum">
                <a:rPr lang="en-US"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‹#›</a:t>
              </a:fld>
              <a:endParaRPr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  <p:cxnSp>
          <p:nvCxnSpPr>
            <p:cNvPr id="329" name="Google Shape;329;p22"/>
            <p:cNvCxnSpPr>
              <a:stCxn id="330" idx="2"/>
            </p:cNvCxnSpPr>
            <p:nvPr/>
          </p:nvCxnSpPr>
          <p:spPr>
            <a:xfrm>
              <a:off x="8676034" y="4864644"/>
              <a:ext cx="1914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31" name="Google Shape;331;p22"/>
            <p:cNvSpPr/>
            <p:nvPr/>
          </p:nvSpPr>
          <p:spPr>
            <a:xfrm>
              <a:off x="8662728" y="4667715"/>
              <a:ext cx="200700" cy="1962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32" name="Google Shape;332;p22"/>
            <p:cNvCxnSpPr>
              <a:endCxn id="331" idx="2"/>
            </p:cNvCxnSpPr>
            <p:nvPr/>
          </p:nvCxnSpPr>
          <p:spPr>
            <a:xfrm rot="10800000">
              <a:off x="8863304" y="4770697"/>
              <a:ext cx="0" cy="9840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33" name="Google Shape;333;p22"/>
            <p:cNvSpPr/>
            <p:nvPr/>
          </p:nvSpPr>
          <p:spPr>
            <a:xfrm rot="-5400000">
              <a:off x="8575218" y="4670051"/>
              <a:ext cx="200700" cy="1962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30" name="Google Shape;330;p22"/>
            <p:cNvSpPr/>
            <p:nvPr/>
          </p:nvSpPr>
          <p:spPr>
            <a:xfrm rot="-5400000" flipH="1">
              <a:off x="8575218" y="4666195"/>
              <a:ext cx="200700" cy="1962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34" name="Google Shape;334;p22"/>
            <p:cNvCxnSpPr>
              <a:stCxn id="333" idx="2"/>
              <a:endCxn id="331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335" name="Google Shape;335;p22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9 - Titre, contenu, visuel à gauche et bloc conclu - cadre blanc">
  <p:cSld name="69 - Titre, contenu, visuel à gauche et bloc conclu - cadre blanc"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7" name="Google Shape;337;p23"/>
          <p:cNvGrpSpPr/>
          <p:nvPr/>
        </p:nvGrpSpPr>
        <p:grpSpPr>
          <a:xfrm>
            <a:off x="276301" y="292130"/>
            <a:ext cx="8682474" cy="4588395"/>
            <a:chOff x="276301" y="292130"/>
            <a:chExt cx="8682474" cy="4588395"/>
          </a:xfrm>
        </p:grpSpPr>
        <p:grpSp>
          <p:nvGrpSpPr>
            <p:cNvPr id="338" name="Google Shape;338;p23"/>
            <p:cNvGrpSpPr/>
            <p:nvPr/>
          </p:nvGrpSpPr>
          <p:grpSpPr>
            <a:xfrm>
              <a:off x="276301" y="292130"/>
              <a:ext cx="170063" cy="166438"/>
              <a:chOff x="6838242" y="518225"/>
              <a:chExt cx="1247708" cy="1221114"/>
            </a:xfrm>
          </p:grpSpPr>
          <p:sp>
            <p:nvSpPr>
              <p:cNvPr id="339" name="Google Shape;339;p23"/>
              <p:cNvSpPr/>
              <p:nvPr/>
            </p:nvSpPr>
            <p:spPr>
              <a:xfrm>
                <a:off x="7870550" y="5182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40" name="Google Shape;340;p23"/>
              <p:cNvSpPr/>
              <p:nvPr/>
            </p:nvSpPr>
            <p:spPr>
              <a:xfrm>
                <a:off x="6838242" y="539639"/>
                <a:ext cx="1200000" cy="1199700"/>
              </a:xfrm>
              <a:prstGeom prst="donut">
                <a:avLst>
                  <a:gd name="adj" fmla="val 20918"/>
                </a:avLst>
              </a:prstGeom>
              <a:solidFill>
                <a:srgbClr val="0E235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41" name="Google Shape;341;p23"/>
              <p:cNvSpPr/>
              <p:nvPr/>
            </p:nvSpPr>
            <p:spPr>
              <a:xfrm>
                <a:off x="7483200" y="9061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342" name="Google Shape;342;p23"/>
            <p:cNvSpPr txBox="1"/>
            <p:nvPr/>
          </p:nvSpPr>
          <p:spPr>
            <a:xfrm>
              <a:off x="8459275" y="4651925"/>
              <a:ext cx="49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Outfit"/>
                <a:buNone/>
              </a:pPr>
              <a:r>
                <a:rPr lang="en-US" sz="800" b="0" i="0" u="none" strike="noStrike" cap="none">
                  <a:solidFill>
                    <a:srgbClr val="00D2DD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.</a:t>
              </a:r>
              <a:fld id="{00000000-1234-1234-1234-123412341234}" type="slidenum">
                <a:rPr lang="en-US"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‹#›</a:t>
              </a:fld>
              <a:endParaRPr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  <p:cxnSp>
          <p:nvCxnSpPr>
            <p:cNvPr id="343" name="Google Shape;343;p23"/>
            <p:cNvCxnSpPr>
              <a:stCxn id="344" idx="2"/>
            </p:cNvCxnSpPr>
            <p:nvPr/>
          </p:nvCxnSpPr>
          <p:spPr>
            <a:xfrm>
              <a:off x="8676034" y="4864644"/>
              <a:ext cx="1914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45" name="Google Shape;345;p23"/>
            <p:cNvSpPr/>
            <p:nvPr/>
          </p:nvSpPr>
          <p:spPr>
            <a:xfrm>
              <a:off x="8662728" y="4667715"/>
              <a:ext cx="200700" cy="1962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46" name="Google Shape;346;p23"/>
            <p:cNvCxnSpPr>
              <a:endCxn id="345" idx="2"/>
            </p:cNvCxnSpPr>
            <p:nvPr/>
          </p:nvCxnSpPr>
          <p:spPr>
            <a:xfrm rot="10800000">
              <a:off x="8863304" y="4770697"/>
              <a:ext cx="0" cy="9840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47" name="Google Shape;347;p23"/>
            <p:cNvSpPr/>
            <p:nvPr/>
          </p:nvSpPr>
          <p:spPr>
            <a:xfrm rot="-5400000">
              <a:off x="8575218" y="4670051"/>
              <a:ext cx="200700" cy="1962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44" name="Google Shape;344;p23"/>
            <p:cNvSpPr/>
            <p:nvPr/>
          </p:nvSpPr>
          <p:spPr>
            <a:xfrm rot="-5400000" flipH="1">
              <a:off x="8575218" y="4666195"/>
              <a:ext cx="200700" cy="1962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48" name="Google Shape;348;p23"/>
            <p:cNvCxnSpPr>
              <a:stCxn id="347" idx="2"/>
              <a:endCxn id="345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349" name="Google Shape;349;p23"/>
          <p:cNvSpPr txBox="1">
            <a:spLocks noGrp="1"/>
          </p:cNvSpPr>
          <p:nvPr>
            <p:ph type="title"/>
          </p:nvPr>
        </p:nvSpPr>
        <p:spPr>
          <a:xfrm>
            <a:off x="3932050" y="354600"/>
            <a:ext cx="4588200" cy="3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350" name="Google Shape;350;p23"/>
          <p:cNvGrpSpPr/>
          <p:nvPr/>
        </p:nvGrpSpPr>
        <p:grpSpPr>
          <a:xfrm rot="10800000">
            <a:off x="420900" y="3471525"/>
            <a:ext cx="1392300" cy="1392300"/>
            <a:chOff x="7475475" y="301725"/>
            <a:chExt cx="1392300" cy="1392300"/>
          </a:xfrm>
        </p:grpSpPr>
        <p:sp>
          <p:nvSpPr>
            <p:cNvPr id="351" name="Google Shape;351;p23"/>
            <p:cNvSpPr/>
            <p:nvPr/>
          </p:nvSpPr>
          <p:spPr>
            <a:xfrm rot="10800000">
              <a:off x="7475475" y="301725"/>
              <a:ext cx="1392300" cy="1392300"/>
            </a:xfrm>
            <a:prstGeom prst="teardrop">
              <a:avLst>
                <a:gd name="adj" fmla="val 10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52" name="Google Shape;352;p23"/>
            <p:cNvSpPr txBox="1"/>
            <p:nvPr/>
          </p:nvSpPr>
          <p:spPr>
            <a:xfrm rot="10800000">
              <a:off x="7776275" y="553855"/>
              <a:ext cx="800100" cy="104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353" name="Google Shape;353;p23"/>
          <p:cNvSpPr txBox="1">
            <a:spLocks noGrp="1"/>
          </p:cNvSpPr>
          <p:nvPr>
            <p:ph type="body" idx="1"/>
          </p:nvPr>
        </p:nvSpPr>
        <p:spPr>
          <a:xfrm>
            <a:off x="1511925" y="817275"/>
            <a:ext cx="1719000" cy="208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54" name="Google Shape;354;p23"/>
          <p:cNvSpPr txBox="1">
            <a:spLocks noGrp="1"/>
          </p:cNvSpPr>
          <p:nvPr>
            <p:ph type="body" idx="2"/>
          </p:nvPr>
        </p:nvSpPr>
        <p:spPr>
          <a:xfrm>
            <a:off x="3932200" y="817275"/>
            <a:ext cx="4588200" cy="40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55" name="Google Shape;355;p23"/>
          <p:cNvSpPr/>
          <p:nvPr/>
        </p:nvSpPr>
        <p:spPr>
          <a:xfrm>
            <a:off x="1209075" y="301725"/>
            <a:ext cx="2324700" cy="3169800"/>
          </a:xfrm>
          <a:prstGeom prst="round2DiagRect">
            <a:avLst>
              <a:gd name="adj1" fmla="val 50000"/>
              <a:gd name="adj2" fmla="val 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56" name="Google Shape;356;p23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70 - Titre, sous-titre, contenu, visuel à gauche et bloc conclu - cadre blanc">
  <p:cSld name="70 - Titre, sous-titre, contenu, visuel à gauche et bloc conclu - cadre blanc"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8" name="Google Shape;358;p24"/>
          <p:cNvGrpSpPr/>
          <p:nvPr/>
        </p:nvGrpSpPr>
        <p:grpSpPr>
          <a:xfrm>
            <a:off x="276301" y="292130"/>
            <a:ext cx="8682474" cy="4588395"/>
            <a:chOff x="276301" y="292130"/>
            <a:chExt cx="8682474" cy="4588395"/>
          </a:xfrm>
        </p:grpSpPr>
        <p:grpSp>
          <p:nvGrpSpPr>
            <p:cNvPr id="359" name="Google Shape;359;p24"/>
            <p:cNvGrpSpPr/>
            <p:nvPr/>
          </p:nvGrpSpPr>
          <p:grpSpPr>
            <a:xfrm>
              <a:off x="276301" y="292130"/>
              <a:ext cx="170063" cy="166438"/>
              <a:chOff x="6838242" y="518225"/>
              <a:chExt cx="1247708" cy="1221114"/>
            </a:xfrm>
          </p:grpSpPr>
          <p:sp>
            <p:nvSpPr>
              <p:cNvPr id="360" name="Google Shape;360;p24"/>
              <p:cNvSpPr/>
              <p:nvPr/>
            </p:nvSpPr>
            <p:spPr>
              <a:xfrm>
                <a:off x="7870550" y="5182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61" name="Google Shape;361;p24"/>
              <p:cNvSpPr/>
              <p:nvPr/>
            </p:nvSpPr>
            <p:spPr>
              <a:xfrm>
                <a:off x="6838242" y="539639"/>
                <a:ext cx="1200000" cy="1199700"/>
              </a:xfrm>
              <a:prstGeom prst="donut">
                <a:avLst>
                  <a:gd name="adj" fmla="val 20918"/>
                </a:avLst>
              </a:prstGeom>
              <a:solidFill>
                <a:srgbClr val="0E235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62" name="Google Shape;362;p24"/>
              <p:cNvSpPr/>
              <p:nvPr/>
            </p:nvSpPr>
            <p:spPr>
              <a:xfrm>
                <a:off x="7483200" y="9061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363" name="Google Shape;363;p24"/>
            <p:cNvSpPr txBox="1"/>
            <p:nvPr/>
          </p:nvSpPr>
          <p:spPr>
            <a:xfrm>
              <a:off x="8459275" y="4651925"/>
              <a:ext cx="49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Outfit"/>
                <a:buNone/>
              </a:pPr>
              <a:r>
                <a:rPr lang="en-US" sz="800" b="0" i="0" u="none" strike="noStrike" cap="none">
                  <a:solidFill>
                    <a:srgbClr val="00D2DD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.</a:t>
              </a:r>
              <a:fld id="{00000000-1234-1234-1234-123412341234}" type="slidenum">
                <a:rPr lang="en-US"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‹#›</a:t>
              </a:fld>
              <a:endParaRPr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  <p:cxnSp>
          <p:nvCxnSpPr>
            <p:cNvPr id="364" name="Google Shape;364;p24"/>
            <p:cNvCxnSpPr>
              <a:stCxn id="365" idx="2"/>
            </p:cNvCxnSpPr>
            <p:nvPr/>
          </p:nvCxnSpPr>
          <p:spPr>
            <a:xfrm>
              <a:off x="8676034" y="4864644"/>
              <a:ext cx="1914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66" name="Google Shape;366;p24"/>
            <p:cNvSpPr/>
            <p:nvPr/>
          </p:nvSpPr>
          <p:spPr>
            <a:xfrm>
              <a:off x="8662728" y="4667715"/>
              <a:ext cx="200700" cy="1962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67" name="Google Shape;367;p24"/>
            <p:cNvCxnSpPr>
              <a:endCxn id="366" idx="2"/>
            </p:cNvCxnSpPr>
            <p:nvPr/>
          </p:nvCxnSpPr>
          <p:spPr>
            <a:xfrm rot="10800000">
              <a:off x="8863304" y="4770697"/>
              <a:ext cx="0" cy="9840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68" name="Google Shape;368;p24"/>
            <p:cNvSpPr/>
            <p:nvPr/>
          </p:nvSpPr>
          <p:spPr>
            <a:xfrm rot="-5400000">
              <a:off x="8575218" y="4670051"/>
              <a:ext cx="200700" cy="1962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65" name="Google Shape;365;p24"/>
            <p:cNvSpPr/>
            <p:nvPr/>
          </p:nvSpPr>
          <p:spPr>
            <a:xfrm rot="-5400000" flipH="1">
              <a:off x="8575218" y="4666195"/>
              <a:ext cx="200700" cy="1962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69" name="Google Shape;369;p24"/>
            <p:cNvCxnSpPr>
              <a:stCxn id="368" idx="2"/>
              <a:endCxn id="366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370" name="Google Shape;370;p24"/>
          <p:cNvSpPr txBox="1">
            <a:spLocks noGrp="1"/>
          </p:cNvSpPr>
          <p:nvPr>
            <p:ph type="body" idx="1"/>
          </p:nvPr>
        </p:nvSpPr>
        <p:spPr>
          <a:xfrm>
            <a:off x="3943350" y="1271025"/>
            <a:ext cx="4564200" cy="359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71" name="Google Shape;371;p24"/>
          <p:cNvSpPr txBox="1">
            <a:spLocks noGrp="1"/>
          </p:cNvSpPr>
          <p:nvPr>
            <p:ph type="subTitle" idx="2"/>
          </p:nvPr>
        </p:nvSpPr>
        <p:spPr>
          <a:xfrm>
            <a:off x="3935150" y="770950"/>
            <a:ext cx="4564200" cy="34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72" name="Google Shape;372;p24"/>
          <p:cNvSpPr txBox="1">
            <a:spLocks noGrp="1"/>
          </p:cNvSpPr>
          <p:nvPr>
            <p:ph type="title"/>
          </p:nvPr>
        </p:nvSpPr>
        <p:spPr>
          <a:xfrm>
            <a:off x="3935150" y="348725"/>
            <a:ext cx="4564200" cy="34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373" name="Google Shape;373;p24"/>
          <p:cNvGrpSpPr/>
          <p:nvPr/>
        </p:nvGrpSpPr>
        <p:grpSpPr>
          <a:xfrm rot="10800000">
            <a:off x="420900" y="3471800"/>
            <a:ext cx="1392300" cy="1392300"/>
            <a:chOff x="7475475" y="301725"/>
            <a:chExt cx="1392300" cy="1392300"/>
          </a:xfrm>
        </p:grpSpPr>
        <p:sp>
          <p:nvSpPr>
            <p:cNvPr id="374" name="Google Shape;374;p24"/>
            <p:cNvSpPr/>
            <p:nvPr/>
          </p:nvSpPr>
          <p:spPr>
            <a:xfrm rot="10800000">
              <a:off x="7475475" y="301725"/>
              <a:ext cx="1392300" cy="1392300"/>
            </a:xfrm>
            <a:prstGeom prst="teardrop">
              <a:avLst>
                <a:gd name="adj" fmla="val 10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75" name="Google Shape;375;p24"/>
            <p:cNvSpPr txBox="1"/>
            <p:nvPr/>
          </p:nvSpPr>
          <p:spPr>
            <a:xfrm rot="10800000">
              <a:off x="7776288" y="553850"/>
              <a:ext cx="800100" cy="104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376" name="Google Shape;376;p24"/>
          <p:cNvSpPr/>
          <p:nvPr/>
        </p:nvSpPr>
        <p:spPr>
          <a:xfrm>
            <a:off x="1209075" y="300315"/>
            <a:ext cx="2324700" cy="3169800"/>
          </a:xfrm>
          <a:prstGeom prst="round2DiagRect">
            <a:avLst>
              <a:gd name="adj1" fmla="val 50000"/>
              <a:gd name="adj2" fmla="val 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77" name="Google Shape;377;p24"/>
          <p:cNvSpPr txBox="1">
            <a:spLocks noGrp="1"/>
          </p:cNvSpPr>
          <p:nvPr>
            <p:ph type="body" idx="3"/>
          </p:nvPr>
        </p:nvSpPr>
        <p:spPr>
          <a:xfrm>
            <a:off x="1511925" y="812385"/>
            <a:ext cx="1719000" cy="20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None/>
              <a:defRPr sz="12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78" name="Google Shape;378;p24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0 - Table des matières [2]">
  <p:cSld name="90 - Table des matières [2]"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25"/>
          <p:cNvSpPr txBox="1">
            <a:spLocks noGrp="1"/>
          </p:cNvSpPr>
          <p:nvPr>
            <p:ph type="title"/>
          </p:nvPr>
        </p:nvSpPr>
        <p:spPr>
          <a:xfrm>
            <a:off x="829600" y="1260303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81" name="Google Shape;381;p25"/>
          <p:cNvSpPr txBox="1">
            <a:spLocks noGrp="1"/>
          </p:cNvSpPr>
          <p:nvPr>
            <p:ph type="body" idx="1"/>
          </p:nvPr>
        </p:nvSpPr>
        <p:spPr>
          <a:xfrm>
            <a:off x="2236850" y="2248633"/>
            <a:ext cx="2335200" cy="78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82" name="Google Shape;382;p25"/>
          <p:cNvSpPr txBox="1">
            <a:spLocks noGrp="1"/>
          </p:cNvSpPr>
          <p:nvPr>
            <p:ph type="body" idx="2"/>
          </p:nvPr>
        </p:nvSpPr>
        <p:spPr>
          <a:xfrm>
            <a:off x="6210950" y="2248625"/>
            <a:ext cx="2335200" cy="78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83" name="Google Shape;383;p25"/>
          <p:cNvSpPr/>
          <p:nvPr/>
        </p:nvSpPr>
        <p:spPr>
          <a:xfrm>
            <a:off x="1106400" y="2248650"/>
            <a:ext cx="788100" cy="788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384" name="Google Shape;384;p25"/>
          <p:cNvSpPr txBox="1"/>
          <p:nvPr/>
        </p:nvSpPr>
        <p:spPr>
          <a:xfrm>
            <a:off x="1086263" y="2254176"/>
            <a:ext cx="808200" cy="8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2000" b="0" i="0" u="none" strike="noStrike" cap="non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85" name="Google Shape;385;p25"/>
          <p:cNvSpPr/>
          <p:nvPr/>
        </p:nvSpPr>
        <p:spPr>
          <a:xfrm>
            <a:off x="5192425" y="2286425"/>
            <a:ext cx="788100" cy="788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386" name="Google Shape;386;p25"/>
          <p:cNvSpPr txBox="1"/>
          <p:nvPr/>
        </p:nvSpPr>
        <p:spPr>
          <a:xfrm>
            <a:off x="5160164" y="2254177"/>
            <a:ext cx="852600" cy="8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2000" b="0" i="0" u="none" strike="noStrike" cap="non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1 - Table des matières [3]">
  <p:cSld name="91 - Table des matières [3]"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26"/>
          <p:cNvSpPr txBox="1">
            <a:spLocks noGrp="1"/>
          </p:cNvSpPr>
          <p:nvPr>
            <p:ph type="title"/>
          </p:nvPr>
        </p:nvSpPr>
        <p:spPr>
          <a:xfrm>
            <a:off x="829600" y="1263575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89" name="Google Shape;389;p26"/>
          <p:cNvSpPr txBox="1">
            <a:spLocks noGrp="1"/>
          </p:cNvSpPr>
          <p:nvPr>
            <p:ph type="body" idx="1"/>
          </p:nvPr>
        </p:nvSpPr>
        <p:spPr>
          <a:xfrm>
            <a:off x="1172550" y="2689025"/>
            <a:ext cx="2269800" cy="17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90" name="Google Shape;390;p26"/>
          <p:cNvSpPr txBox="1">
            <a:spLocks noGrp="1"/>
          </p:cNvSpPr>
          <p:nvPr>
            <p:ph type="body" idx="2"/>
          </p:nvPr>
        </p:nvSpPr>
        <p:spPr>
          <a:xfrm>
            <a:off x="3666975" y="2711825"/>
            <a:ext cx="2269800" cy="17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91" name="Google Shape;391;p26"/>
          <p:cNvSpPr txBox="1">
            <a:spLocks noGrp="1"/>
          </p:cNvSpPr>
          <p:nvPr>
            <p:ph type="body" idx="3"/>
          </p:nvPr>
        </p:nvSpPr>
        <p:spPr>
          <a:xfrm>
            <a:off x="6260400" y="2711825"/>
            <a:ext cx="2317200" cy="17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92" name="Google Shape;392;p26"/>
          <p:cNvSpPr/>
          <p:nvPr/>
        </p:nvSpPr>
        <p:spPr>
          <a:xfrm rot="10800000">
            <a:off x="3666963" y="1779050"/>
            <a:ext cx="788100" cy="788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393" name="Google Shape;393;p26"/>
          <p:cNvSpPr/>
          <p:nvPr/>
        </p:nvSpPr>
        <p:spPr>
          <a:xfrm rot="10800000">
            <a:off x="1172550" y="1779050"/>
            <a:ext cx="788100" cy="788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394" name="Google Shape;394;p26"/>
          <p:cNvSpPr/>
          <p:nvPr/>
        </p:nvSpPr>
        <p:spPr>
          <a:xfrm rot="10800000">
            <a:off x="6260388" y="1779050"/>
            <a:ext cx="788100" cy="788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395" name="Google Shape;395;p26"/>
          <p:cNvSpPr txBox="1"/>
          <p:nvPr/>
        </p:nvSpPr>
        <p:spPr>
          <a:xfrm>
            <a:off x="1164446" y="1799383"/>
            <a:ext cx="8046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2000" b="0" i="0" u="none" strike="noStrike" cap="non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96" name="Google Shape;396;p26"/>
          <p:cNvSpPr txBox="1"/>
          <p:nvPr/>
        </p:nvSpPr>
        <p:spPr>
          <a:xfrm>
            <a:off x="3650472" y="1799373"/>
            <a:ext cx="8046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2000" b="0" i="0" u="none" strike="noStrike" cap="non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97" name="Google Shape;397;p26"/>
          <p:cNvSpPr txBox="1"/>
          <p:nvPr/>
        </p:nvSpPr>
        <p:spPr>
          <a:xfrm>
            <a:off x="6243911" y="1799374"/>
            <a:ext cx="8046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2000" b="0" i="0" u="none" strike="noStrike" cap="non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2 - Table des matières [4]">
  <p:cSld name="92 - Table des matières [4]"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27"/>
          <p:cNvSpPr txBox="1">
            <a:spLocks noGrp="1"/>
          </p:cNvSpPr>
          <p:nvPr>
            <p:ph type="title"/>
          </p:nvPr>
        </p:nvSpPr>
        <p:spPr>
          <a:xfrm>
            <a:off x="829600" y="1260303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00" name="Google Shape;400;p27"/>
          <p:cNvSpPr txBox="1">
            <a:spLocks noGrp="1"/>
          </p:cNvSpPr>
          <p:nvPr>
            <p:ph type="body" idx="1"/>
          </p:nvPr>
        </p:nvSpPr>
        <p:spPr>
          <a:xfrm>
            <a:off x="1681525" y="1738075"/>
            <a:ext cx="28149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01" name="Google Shape;401;p27"/>
          <p:cNvSpPr txBox="1">
            <a:spLocks noGrp="1"/>
          </p:cNvSpPr>
          <p:nvPr>
            <p:ph type="body" idx="2"/>
          </p:nvPr>
        </p:nvSpPr>
        <p:spPr>
          <a:xfrm>
            <a:off x="1681500" y="3014175"/>
            <a:ext cx="28149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02" name="Google Shape;402;p27"/>
          <p:cNvSpPr txBox="1">
            <a:spLocks noGrp="1"/>
          </p:cNvSpPr>
          <p:nvPr>
            <p:ph type="body" idx="3"/>
          </p:nvPr>
        </p:nvSpPr>
        <p:spPr>
          <a:xfrm>
            <a:off x="5619625" y="1738125"/>
            <a:ext cx="29580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03" name="Google Shape;403;p27"/>
          <p:cNvSpPr txBox="1">
            <a:spLocks noGrp="1"/>
          </p:cNvSpPr>
          <p:nvPr>
            <p:ph type="body" idx="4"/>
          </p:nvPr>
        </p:nvSpPr>
        <p:spPr>
          <a:xfrm>
            <a:off x="5619750" y="3014175"/>
            <a:ext cx="29580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04" name="Google Shape;404;p27"/>
          <p:cNvSpPr/>
          <p:nvPr/>
        </p:nvSpPr>
        <p:spPr>
          <a:xfrm rot="5400000">
            <a:off x="4767525" y="2951177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05" name="Google Shape;405;p27"/>
          <p:cNvSpPr/>
          <p:nvPr/>
        </p:nvSpPr>
        <p:spPr>
          <a:xfrm rot="5400000">
            <a:off x="4767525" y="1722025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06" name="Google Shape;406;p27"/>
          <p:cNvSpPr/>
          <p:nvPr/>
        </p:nvSpPr>
        <p:spPr>
          <a:xfrm rot="5400000">
            <a:off x="867525" y="2980796"/>
            <a:ext cx="671700" cy="6717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07" name="Google Shape;407;p27"/>
          <p:cNvSpPr/>
          <p:nvPr/>
        </p:nvSpPr>
        <p:spPr>
          <a:xfrm rot="5400000">
            <a:off x="867525" y="1722025"/>
            <a:ext cx="671700" cy="6717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08" name="Google Shape;408;p27"/>
          <p:cNvSpPr txBox="1"/>
          <p:nvPr/>
        </p:nvSpPr>
        <p:spPr>
          <a:xfrm>
            <a:off x="967623" y="1866129"/>
            <a:ext cx="462300" cy="45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1700" b="1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09" name="Google Shape;409;p27"/>
          <p:cNvSpPr txBox="1"/>
          <p:nvPr/>
        </p:nvSpPr>
        <p:spPr>
          <a:xfrm>
            <a:off x="967623" y="3116186"/>
            <a:ext cx="462300" cy="45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1700" b="1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10" name="Google Shape;410;p27"/>
          <p:cNvSpPr txBox="1"/>
          <p:nvPr/>
        </p:nvSpPr>
        <p:spPr>
          <a:xfrm>
            <a:off x="4869747" y="1851848"/>
            <a:ext cx="4515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1700" b="1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11" name="Google Shape;411;p27"/>
          <p:cNvSpPr txBox="1"/>
          <p:nvPr/>
        </p:nvSpPr>
        <p:spPr>
          <a:xfrm>
            <a:off x="4869747" y="3072492"/>
            <a:ext cx="4515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04</a:t>
            </a:r>
            <a:endParaRPr sz="1700" b="1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3 - Table des matières [5]">
  <p:cSld name="93 - Table des matières [5]"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28"/>
          <p:cNvSpPr txBox="1">
            <a:spLocks noGrp="1"/>
          </p:cNvSpPr>
          <p:nvPr>
            <p:ph type="title"/>
          </p:nvPr>
        </p:nvSpPr>
        <p:spPr>
          <a:xfrm>
            <a:off x="829600" y="1139375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14" name="Google Shape;414;p28"/>
          <p:cNvSpPr txBox="1">
            <a:spLocks noGrp="1"/>
          </p:cNvSpPr>
          <p:nvPr>
            <p:ph type="body" idx="1"/>
          </p:nvPr>
        </p:nvSpPr>
        <p:spPr>
          <a:xfrm>
            <a:off x="1681525" y="1651075"/>
            <a:ext cx="28149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15" name="Google Shape;415;p28"/>
          <p:cNvSpPr txBox="1">
            <a:spLocks noGrp="1"/>
          </p:cNvSpPr>
          <p:nvPr>
            <p:ph type="body" idx="2"/>
          </p:nvPr>
        </p:nvSpPr>
        <p:spPr>
          <a:xfrm>
            <a:off x="1681525" y="2447225"/>
            <a:ext cx="27903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16" name="Google Shape;416;p28"/>
          <p:cNvSpPr txBox="1">
            <a:spLocks noGrp="1"/>
          </p:cNvSpPr>
          <p:nvPr>
            <p:ph type="body" idx="3"/>
          </p:nvPr>
        </p:nvSpPr>
        <p:spPr>
          <a:xfrm>
            <a:off x="1681525" y="3243675"/>
            <a:ext cx="28149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17" name="Google Shape;417;p28"/>
          <p:cNvSpPr txBox="1">
            <a:spLocks noGrp="1"/>
          </p:cNvSpPr>
          <p:nvPr>
            <p:ph type="body" idx="4"/>
          </p:nvPr>
        </p:nvSpPr>
        <p:spPr>
          <a:xfrm>
            <a:off x="5619625" y="1650825"/>
            <a:ext cx="2958000" cy="65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18" name="Google Shape;418;p28"/>
          <p:cNvSpPr txBox="1">
            <a:spLocks noGrp="1"/>
          </p:cNvSpPr>
          <p:nvPr>
            <p:ph type="body" idx="5"/>
          </p:nvPr>
        </p:nvSpPr>
        <p:spPr>
          <a:xfrm>
            <a:off x="5619625" y="2447575"/>
            <a:ext cx="29580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19" name="Google Shape;419;p28"/>
          <p:cNvSpPr/>
          <p:nvPr/>
        </p:nvSpPr>
        <p:spPr>
          <a:xfrm rot="5400000">
            <a:off x="883425" y="1650875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20" name="Google Shape;420;p28"/>
          <p:cNvSpPr/>
          <p:nvPr/>
        </p:nvSpPr>
        <p:spPr>
          <a:xfrm rot="5400000">
            <a:off x="883425" y="2447222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21" name="Google Shape;421;p28"/>
          <p:cNvSpPr/>
          <p:nvPr/>
        </p:nvSpPr>
        <p:spPr>
          <a:xfrm rot="5400000">
            <a:off x="883425" y="3243569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22" name="Google Shape;422;p28"/>
          <p:cNvSpPr/>
          <p:nvPr/>
        </p:nvSpPr>
        <p:spPr>
          <a:xfrm rot="5400000">
            <a:off x="4767525" y="1651025"/>
            <a:ext cx="6561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23" name="Google Shape;423;p28"/>
          <p:cNvSpPr/>
          <p:nvPr/>
        </p:nvSpPr>
        <p:spPr>
          <a:xfrm rot="5400000">
            <a:off x="4767525" y="2447566"/>
            <a:ext cx="6561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24" name="Google Shape;424;p28"/>
          <p:cNvSpPr txBox="1"/>
          <p:nvPr/>
        </p:nvSpPr>
        <p:spPr>
          <a:xfrm>
            <a:off x="985647" y="1787397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25" name="Google Shape;425;p28"/>
          <p:cNvSpPr txBox="1"/>
          <p:nvPr/>
        </p:nvSpPr>
        <p:spPr>
          <a:xfrm>
            <a:off x="985647" y="2587947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26" name="Google Shape;426;p28"/>
          <p:cNvSpPr txBox="1"/>
          <p:nvPr/>
        </p:nvSpPr>
        <p:spPr>
          <a:xfrm>
            <a:off x="985647" y="3388496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27" name="Google Shape;427;p28"/>
          <p:cNvSpPr txBox="1"/>
          <p:nvPr/>
        </p:nvSpPr>
        <p:spPr>
          <a:xfrm>
            <a:off x="4869767" y="1787431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04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28" name="Google Shape;428;p28"/>
          <p:cNvSpPr txBox="1"/>
          <p:nvPr/>
        </p:nvSpPr>
        <p:spPr>
          <a:xfrm>
            <a:off x="4867105" y="2563728"/>
            <a:ext cx="4395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05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4 - Table des matières [6]">
  <p:cSld name="94 - Table des matières [6]"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29"/>
          <p:cNvSpPr txBox="1">
            <a:spLocks noGrp="1"/>
          </p:cNvSpPr>
          <p:nvPr>
            <p:ph type="title"/>
          </p:nvPr>
        </p:nvSpPr>
        <p:spPr>
          <a:xfrm>
            <a:off x="829600" y="1032175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31" name="Google Shape;431;p29"/>
          <p:cNvSpPr txBox="1">
            <a:spLocks noGrp="1"/>
          </p:cNvSpPr>
          <p:nvPr>
            <p:ph type="body" idx="1"/>
          </p:nvPr>
        </p:nvSpPr>
        <p:spPr>
          <a:xfrm>
            <a:off x="1747225" y="1650775"/>
            <a:ext cx="28905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32" name="Google Shape;432;p29"/>
          <p:cNvSpPr txBox="1">
            <a:spLocks noGrp="1"/>
          </p:cNvSpPr>
          <p:nvPr>
            <p:ph type="body" idx="2"/>
          </p:nvPr>
        </p:nvSpPr>
        <p:spPr>
          <a:xfrm>
            <a:off x="1747225" y="2447225"/>
            <a:ext cx="28905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33" name="Google Shape;433;p29"/>
          <p:cNvSpPr txBox="1">
            <a:spLocks noGrp="1"/>
          </p:cNvSpPr>
          <p:nvPr>
            <p:ph type="body" idx="3"/>
          </p:nvPr>
        </p:nvSpPr>
        <p:spPr>
          <a:xfrm>
            <a:off x="1747225" y="3243675"/>
            <a:ext cx="28905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34" name="Google Shape;434;p29"/>
          <p:cNvSpPr txBox="1">
            <a:spLocks noGrp="1"/>
          </p:cNvSpPr>
          <p:nvPr>
            <p:ph type="body" idx="4"/>
          </p:nvPr>
        </p:nvSpPr>
        <p:spPr>
          <a:xfrm>
            <a:off x="5685325" y="1650825"/>
            <a:ext cx="29580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35" name="Google Shape;435;p29"/>
          <p:cNvSpPr txBox="1">
            <a:spLocks noGrp="1"/>
          </p:cNvSpPr>
          <p:nvPr>
            <p:ph type="body" idx="5"/>
          </p:nvPr>
        </p:nvSpPr>
        <p:spPr>
          <a:xfrm>
            <a:off x="5685325" y="2447275"/>
            <a:ext cx="29580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36" name="Google Shape;436;p29"/>
          <p:cNvSpPr txBox="1">
            <a:spLocks noGrp="1"/>
          </p:cNvSpPr>
          <p:nvPr>
            <p:ph type="body" idx="6"/>
          </p:nvPr>
        </p:nvSpPr>
        <p:spPr>
          <a:xfrm>
            <a:off x="5685325" y="3243725"/>
            <a:ext cx="29580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37" name="Google Shape;437;p29"/>
          <p:cNvSpPr/>
          <p:nvPr/>
        </p:nvSpPr>
        <p:spPr>
          <a:xfrm rot="5400000">
            <a:off x="4767525" y="3243573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38" name="Google Shape;438;p29"/>
          <p:cNvSpPr/>
          <p:nvPr/>
        </p:nvSpPr>
        <p:spPr>
          <a:xfrm rot="5400000">
            <a:off x="883425" y="1650875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39" name="Google Shape;439;p29"/>
          <p:cNvSpPr/>
          <p:nvPr/>
        </p:nvSpPr>
        <p:spPr>
          <a:xfrm rot="5400000">
            <a:off x="883425" y="2447224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40" name="Google Shape;440;p29"/>
          <p:cNvSpPr/>
          <p:nvPr/>
        </p:nvSpPr>
        <p:spPr>
          <a:xfrm rot="5400000">
            <a:off x="883425" y="3243573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41" name="Google Shape;441;p29"/>
          <p:cNvSpPr/>
          <p:nvPr/>
        </p:nvSpPr>
        <p:spPr>
          <a:xfrm rot="5400000">
            <a:off x="4767525" y="1650875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42" name="Google Shape;442;p29"/>
          <p:cNvSpPr/>
          <p:nvPr/>
        </p:nvSpPr>
        <p:spPr>
          <a:xfrm rot="5400000">
            <a:off x="4767525" y="2447224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43" name="Google Shape;443;p29"/>
          <p:cNvSpPr txBox="1"/>
          <p:nvPr/>
        </p:nvSpPr>
        <p:spPr>
          <a:xfrm>
            <a:off x="985647" y="1787398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4" name="Google Shape;444;p29"/>
          <p:cNvSpPr txBox="1"/>
          <p:nvPr/>
        </p:nvSpPr>
        <p:spPr>
          <a:xfrm>
            <a:off x="985647" y="2554581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1700" b="1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5" name="Google Shape;445;p29"/>
          <p:cNvSpPr txBox="1"/>
          <p:nvPr/>
        </p:nvSpPr>
        <p:spPr>
          <a:xfrm>
            <a:off x="985647" y="3355132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6" name="Google Shape;446;p29"/>
          <p:cNvSpPr txBox="1"/>
          <p:nvPr/>
        </p:nvSpPr>
        <p:spPr>
          <a:xfrm>
            <a:off x="4868853" y="1787398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04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7" name="Google Shape;447;p29"/>
          <p:cNvSpPr txBox="1"/>
          <p:nvPr/>
        </p:nvSpPr>
        <p:spPr>
          <a:xfrm>
            <a:off x="4868853" y="2554580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05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8" name="Google Shape;448;p29"/>
          <p:cNvSpPr txBox="1"/>
          <p:nvPr/>
        </p:nvSpPr>
        <p:spPr>
          <a:xfrm>
            <a:off x="4868853" y="3355132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06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5 - Table des matières [7]">
  <p:cSld name="95 - Table des matières [7]"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30"/>
          <p:cNvSpPr txBox="1">
            <a:spLocks noGrp="1"/>
          </p:cNvSpPr>
          <p:nvPr>
            <p:ph type="title"/>
          </p:nvPr>
        </p:nvSpPr>
        <p:spPr>
          <a:xfrm>
            <a:off x="829600" y="891150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1" name="Google Shape;451;p30"/>
          <p:cNvSpPr txBox="1">
            <a:spLocks noGrp="1"/>
          </p:cNvSpPr>
          <p:nvPr>
            <p:ph type="body" idx="1"/>
          </p:nvPr>
        </p:nvSpPr>
        <p:spPr>
          <a:xfrm>
            <a:off x="1678225" y="1397750"/>
            <a:ext cx="28182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2" name="Google Shape;452;p30"/>
          <p:cNvSpPr txBox="1">
            <a:spLocks noGrp="1"/>
          </p:cNvSpPr>
          <p:nvPr>
            <p:ph type="body" idx="2"/>
          </p:nvPr>
        </p:nvSpPr>
        <p:spPr>
          <a:xfrm>
            <a:off x="1678225" y="2118600"/>
            <a:ext cx="28182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3" name="Google Shape;453;p30"/>
          <p:cNvSpPr txBox="1">
            <a:spLocks noGrp="1"/>
          </p:cNvSpPr>
          <p:nvPr>
            <p:ph type="body" idx="3"/>
          </p:nvPr>
        </p:nvSpPr>
        <p:spPr>
          <a:xfrm>
            <a:off x="1678225" y="2852050"/>
            <a:ext cx="28182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4" name="Google Shape;454;p30"/>
          <p:cNvSpPr txBox="1">
            <a:spLocks noGrp="1"/>
          </p:cNvSpPr>
          <p:nvPr>
            <p:ph type="body" idx="4"/>
          </p:nvPr>
        </p:nvSpPr>
        <p:spPr>
          <a:xfrm>
            <a:off x="1678125" y="3576800"/>
            <a:ext cx="28182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5" name="Google Shape;455;p30"/>
          <p:cNvSpPr txBox="1">
            <a:spLocks noGrp="1"/>
          </p:cNvSpPr>
          <p:nvPr>
            <p:ph type="body" idx="5"/>
          </p:nvPr>
        </p:nvSpPr>
        <p:spPr>
          <a:xfrm>
            <a:off x="5619625" y="1385200"/>
            <a:ext cx="29208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6" name="Google Shape;456;p30"/>
          <p:cNvSpPr txBox="1">
            <a:spLocks noGrp="1"/>
          </p:cNvSpPr>
          <p:nvPr>
            <p:ph type="body" idx="6"/>
          </p:nvPr>
        </p:nvSpPr>
        <p:spPr>
          <a:xfrm>
            <a:off x="5619625" y="2101550"/>
            <a:ext cx="2958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7" name="Google Shape;457;p30"/>
          <p:cNvSpPr txBox="1">
            <a:spLocks noGrp="1"/>
          </p:cNvSpPr>
          <p:nvPr>
            <p:ph type="body" idx="7"/>
          </p:nvPr>
        </p:nvSpPr>
        <p:spPr>
          <a:xfrm>
            <a:off x="5619625" y="2852100"/>
            <a:ext cx="2958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8" name="Google Shape;458;p30"/>
          <p:cNvSpPr/>
          <p:nvPr/>
        </p:nvSpPr>
        <p:spPr>
          <a:xfrm rot="5400000">
            <a:off x="4788825" y="13976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59" name="Google Shape;459;p30"/>
          <p:cNvSpPr/>
          <p:nvPr/>
        </p:nvSpPr>
        <p:spPr>
          <a:xfrm rot="5400000">
            <a:off x="4788825" y="2120575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60" name="Google Shape;460;p30"/>
          <p:cNvSpPr/>
          <p:nvPr/>
        </p:nvSpPr>
        <p:spPr>
          <a:xfrm rot="5400000">
            <a:off x="4788825" y="28435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61" name="Google Shape;461;p30"/>
          <p:cNvSpPr/>
          <p:nvPr/>
        </p:nvSpPr>
        <p:spPr>
          <a:xfrm rot="5400000">
            <a:off x="883425" y="35769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62" name="Google Shape;462;p30"/>
          <p:cNvSpPr/>
          <p:nvPr/>
        </p:nvSpPr>
        <p:spPr>
          <a:xfrm rot="5400000">
            <a:off x="883425" y="2120575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63" name="Google Shape;463;p30"/>
          <p:cNvSpPr/>
          <p:nvPr/>
        </p:nvSpPr>
        <p:spPr>
          <a:xfrm rot="5400000">
            <a:off x="883425" y="28435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64" name="Google Shape;464;p30"/>
          <p:cNvSpPr/>
          <p:nvPr/>
        </p:nvSpPr>
        <p:spPr>
          <a:xfrm rot="5400000">
            <a:off x="883425" y="13976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65" name="Google Shape;465;p30"/>
          <p:cNvSpPr txBox="1"/>
          <p:nvPr/>
        </p:nvSpPr>
        <p:spPr>
          <a:xfrm>
            <a:off x="908769" y="1448198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66" name="Google Shape;466;p30"/>
          <p:cNvSpPr txBox="1"/>
          <p:nvPr/>
        </p:nvSpPr>
        <p:spPr>
          <a:xfrm>
            <a:off x="908769" y="21816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67" name="Google Shape;467;p30"/>
          <p:cNvSpPr txBox="1"/>
          <p:nvPr/>
        </p:nvSpPr>
        <p:spPr>
          <a:xfrm>
            <a:off x="908769" y="291510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68" name="Google Shape;468;p30"/>
          <p:cNvSpPr txBox="1"/>
          <p:nvPr/>
        </p:nvSpPr>
        <p:spPr>
          <a:xfrm>
            <a:off x="908769" y="36485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04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69" name="Google Shape;469;p30"/>
          <p:cNvSpPr txBox="1"/>
          <p:nvPr/>
        </p:nvSpPr>
        <p:spPr>
          <a:xfrm>
            <a:off x="4814169" y="1448215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05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70" name="Google Shape;470;p30"/>
          <p:cNvSpPr txBox="1"/>
          <p:nvPr/>
        </p:nvSpPr>
        <p:spPr>
          <a:xfrm>
            <a:off x="4814169" y="2181664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06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71" name="Google Shape;471;p30"/>
          <p:cNvSpPr txBox="1"/>
          <p:nvPr/>
        </p:nvSpPr>
        <p:spPr>
          <a:xfrm>
            <a:off x="4814169" y="2915115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07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6 - Table des matières [8]">
  <p:cSld name="96 - Table des matières [8]">
    <p:spTree>
      <p:nvGrpSpPr>
        <p:cNvPr id="1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31"/>
          <p:cNvSpPr txBox="1">
            <a:spLocks noGrp="1"/>
          </p:cNvSpPr>
          <p:nvPr>
            <p:ph type="title"/>
          </p:nvPr>
        </p:nvSpPr>
        <p:spPr>
          <a:xfrm>
            <a:off x="829600" y="897025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74" name="Google Shape;474;p31"/>
          <p:cNvSpPr txBox="1">
            <a:spLocks noGrp="1"/>
          </p:cNvSpPr>
          <p:nvPr>
            <p:ph type="body" idx="1"/>
          </p:nvPr>
        </p:nvSpPr>
        <p:spPr>
          <a:xfrm>
            <a:off x="1681525" y="1397750"/>
            <a:ext cx="28149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75" name="Google Shape;475;p31"/>
          <p:cNvSpPr txBox="1">
            <a:spLocks noGrp="1"/>
          </p:cNvSpPr>
          <p:nvPr>
            <p:ph type="body" idx="2"/>
          </p:nvPr>
        </p:nvSpPr>
        <p:spPr>
          <a:xfrm>
            <a:off x="1681525" y="2120700"/>
            <a:ext cx="28149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76" name="Google Shape;476;p31"/>
          <p:cNvSpPr txBox="1">
            <a:spLocks noGrp="1"/>
          </p:cNvSpPr>
          <p:nvPr>
            <p:ph type="body" idx="3"/>
          </p:nvPr>
        </p:nvSpPr>
        <p:spPr>
          <a:xfrm>
            <a:off x="1681525" y="2852050"/>
            <a:ext cx="28149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77" name="Google Shape;477;p31"/>
          <p:cNvSpPr txBox="1">
            <a:spLocks noGrp="1"/>
          </p:cNvSpPr>
          <p:nvPr>
            <p:ph type="body" idx="4"/>
          </p:nvPr>
        </p:nvSpPr>
        <p:spPr>
          <a:xfrm>
            <a:off x="1681525" y="3585500"/>
            <a:ext cx="28149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78" name="Google Shape;478;p31"/>
          <p:cNvSpPr txBox="1">
            <a:spLocks noGrp="1"/>
          </p:cNvSpPr>
          <p:nvPr>
            <p:ph type="body" idx="5"/>
          </p:nvPr>
        </p:nvSpPr>
        <p:spPr>
          <a:xfrm>
            <a:off x="5619625" y="1397800"/>
            <a:ext cx="308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79" name="Google Shape;479;p31"/>
          <p:cNvSpPr txBox="1">
            <a:spLocks noGrp="1"/>
          </p:cNvSpPr>
          <p:nvPr>
            <p:ph type="body" idx="6"/>
          </p:nvPr>
        </p:nvSpPr>
        <p:spPr>
          <a:xfrm>
            <a:off x="5619625" y="2120750"/>
            <a:ext cx="308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80" name="Google Shape;480;p31"/>
          <p:cNvSpPr txBox="1">
            <a:spLocks noGrp="1"/>
          </p:cNvSpPr>
          <p:nvPr>
            <p:ph type="body" idx="7"/>
          </p:nvPr>
        </p:nvSpPr>
        <p:spPr>
          <a:xfrm>
            <a:off x="5619625" y="2843400"/>
            <a:ext cx="308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81" name="Google Shape;481;p31"/>
          <p:cNvSpPr txBox="1">
            <a:spLocks noGrp="1"/>
          </p:cNvSpPr>
          <p:nvPr>
            <p:ph type="body" idx="8"/>
          </p:nvPr>
        </p:nvSpPr>
        <p:spPr>
          <a:xfrm>
            <a:off x="5619625" y="3566350"/>
            <a:ext cx="308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82" name="Google Shape;482;p31"/>
          <p:cNvSpPr/>
          <p:nvPr/>
        </p:nvSpPr>
        <p:spPr>
          <a:xfrm rot="5400000">
            <a:off x="4788825" y="13976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83" name="Google Shape;483;p31"/>
          <p:cNvSpPr/>
          <p:nvPr/>
        </p:nvSpPr>
        <p:spPr>
          <a:xfrm rot="5400000">
            <a:off x="4788825" y="2120575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84" name="Google Shape;484;p31"/>
          <p:cNvSpPr/>
          <p:nvPr/>
        </p:nvSpPr>
        <p:spPr>
          <a:xfrm rot="5400000">
            <a:off x="4788825" y="28435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85" name="Google Shape;485;p31"/>
          <p:cNvSpPr/>
          <p:nvPr/>
        </p:nvSpPr>
        <p:spPr>
          <a:xfrm rot="5400000">
            <a:off x="883425" y="35769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86" name="Google Shape;486;p31"/>
          <p:cNvSpPr/>
          <p:nvPr/>
        </p:nvSpPr>
        <p:spPr>
          <a:xfrm rot="5400000">
            <a:off x="883425" y="2120575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87" name="Google Shape;487;p31"/>
          <p:cNvSpPr/>
          <p:nvPr/>
        </p:nvSpPr>
        <p:spPr>
          <a:xfrm rot="5400000">
            <a:off x="883425" y="28435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88" name="Google Shape;488;p31"/>
          <p:cNvSpPr/>
          <p:nvPr/>
        </p:nvSpPr>
        <p:spPr>
          <a:xfrm rot="5400000">
            <a:off x="883425" y="13976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89" name="Google Shape;489;p31"/>
          <p:cNvSpPr txBox="1"/>
          <p:nvPr/>
        </p:nvSpPr>
        <p:spPr>
          <a:xfrm>
            <a:off x="908769" y="1448198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90" name="Google Shape;490;p31"/>
          <p:cNvSpPr txBox="1"/>
          <p:nvPr/>
        </p:nvSpPr>
        <p:spPr>
          <a:xfrm>
            <a:off x="908769" y="21816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91" name="Google Shape;491;p31"/>
          <p:cNvSpPr txBox="1"/>
          <p:nvPr/>
        </p:nvSpPr>
        <p:spPr>
          <a:xfrm>
            <a:off x="908769" y="291510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92" name="Google Shape;492;p31"/>
          <p:cNvSpPr txBox="1"/>
          <p:nvPr/>
        </p:nvSpPr>
        <p:spPr>
          <a:xfrm>
            <a:off x="908769" y="36485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04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93" name="Google Shape;493;p31"/>
          <p:cNvSpPr txBox="1"/>
          <p:nvPr/>
        </p:nvSpPr>
        <p:spPr>
          <a:xfrm>
            <a:off x="4814169" y="1448215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05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94" name="Google Shape;494;p31"/>
          <p:cNvSpPr txBox="1"/>
          <p:nvPr/>
        </p:nvSpPr>
        <p:spPr>
          <a:xfrm>
            <a:off x="4814169" y="2181664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06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95" name="Google Shape;495;p31"/>
          <p:cNvSpPr txBox="1"/>
          <p:nvPr/>
        </p:nvSpPr>
        <p:spPr>
          <a:xfrm>
            <a:off x="4814169" y="2915115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07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96" name="Google Shape;496;p31"/>
          <p:cNvSpPr/>
          <p:nvPr/>
        </p:nvSpPr>
        <p:spPr>
          <a:xfrm rot="5400000">
            <a:off x="4788825" y="3566425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97" name="Google Shape;497;p31"/>
          <p:cNvSpPr txBox="1"/>
          <p:nvPr/>
        </p:nvSpPr>
        <p:spPr>
          <a:xfrm>
            <a:off x="4814169" y="3638040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08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7 - Table des matières [9]">
  <p:cSld name="97 - Table des matières [9]"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32"/>
          <p:cNvSpPr txBox="1">
            <a:spLocks noGrp="1"/>
          </p:cNvSpPr>
          <p:nvPr>
            <p:ph type="title"/>
          </p:nvPr>
        </p:nvSpPr>
        <p:spPr>
          <a:xfrm>
            <a:off x="564931" y="362212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0" name="Google Shape;500;p32"/>
          <p:cNvSpPr txBox="1">
            <a:spLocks noGrp="1"/>
          </p:cNvSpPr>
          <p:nvPr>
            <p:ph type="body" idx="1"/>
          </p:nvPr>
        </p:nvSpPr>
        <p:spPr>
          <a:xfrm>
            <a:off x="1681525" y="1122425"/>
            <a:ext cx="28149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1" name="Google Shape;501;p32"/>
          <p:cNvSpPr txBox="1">
            <a:spLocks noGrp="1"/>
          </p:cNvSpPr>
          <p:nvPr>
            <p:ph type="body" idx="2"/>
          </p:nvPr>
        </p:nvSpPr>
        <p:spPr>
          <a:xfrm>
            <a:off x="1681525" y="1819575"/>
            <a:ext cx="28149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2" name="Google Shape;502;p32"/>
          <p:cNvSpPr txBox="1">
            <a:spLocks noGrp="1"/>
          </p:cNvSpPr>
          <p:nvPr>
            <p:ph type="body" idx="3"/>
          </p:nvPr>
        </p:nvSpPr>
        <p:spPr>
          <a:xfrm>
            <a:off x="1681525" y="2490025"/>
            <a:ext cx="28149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3" name="Google Shape;503;p32"/>
          <p:cNvSpPr txBox="1">
            <a:spLocks noGrp="1"/>
          </p:cNvSpPr>
          <p:nvPr>
            <p:ph type="body" idx="4"/>
          </p:nvPr>
        </p:nvSpPr>
        <p:spPr>
          <a:xfrm>
            <a:off x="1681525" y="3286475"/>
            <a:ext cx="28149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4" name="Google Shape;504;p32"/>
          <p:cNvSpPr txBox="1">
            <a:spLocks noGrp="1"/>
          </p:cNvSpPr>
          <p:nvPr>
            <p:ph type="body" idx="5"/>
          </p:nvPr>
        </p:nvSpPr>
        <p:spPr>
          <a:xfrm>
            <a:off x="1681525" y="3978875"/>
            <a:ext cx="28149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5" name="Google Shape;505;p32"/>
          <p:cNvSpPr txBox="1">
            <a:spLocks noGrp="1"/>
          </p:cNvSpPr>
          <p:nvPr>
            <p:ph type="body" idx="6"/>
          </p:nvPr>
        </p:nvSpPr>
        <p:spPr>
          <a:xfrm>
            <a:off x="5619625" y="1077175"/>
            <a:ext cx="2958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6" name="Google Shape;506;p32"/>
          <p:cNvSpPr txBox="1">
            <a:spLocks noGrp="1"/>
          </p:cNvSpPr>
          <p:nvPr>
            <p:ph type="body" idx="7"/>
          </p:nvPr>
        </p:nvSpPr>
        <p:spPr>
          <a:xfrm>
            <a:off x="5619625" y="1810625"/>
            <a:ext cx="2958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7" name="Google Shape;507;p32"/>
          <p:cNvSpPr txBox="1">
            <a:spLocks noGrp="1"/>
          </p:cNvSpPr>
          <p:nvPr>
            <p:ph type="body" idx="8"/>
          </p:nvPr>
        </p:nvSpPr>
        <p:spPr>
          <a:xfrm>
            <a:off x="5619625" y="2607075"/>
            <a:ext cx="29580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8" name="Google Shape;508;p32"/>
          <p:cNvSpPr txBox="1">
            <a:spLocks noGrp="1"/>
          </p:cNvSpPr>
          <p:nvPr>
            <p:ph type="body" idx="9"/>
          </p:nvPr>
        </p:nvSpPr>
        <p:spPr>
          <a:xfrm>
            <a:off x="5619625" y="3214525"/>
            <a:ext cx="2958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9" name="Google Shape;509;p32"/>
          <p:cNvSpPr/>
          <p:nvPr/>
        </p:nvSpPr>
        <p:spPr>
          <a:xfrm rot="5400000">
            <a:off x="883425" y="39970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10" name="Google Shape;510;p32"/>
          <p:cNvSpPr/>
          <p:nvPr/>
        </p:nvSpPr>
        <p:spPr>
          <a:xfrm rot="5400000">
            <a:off x="4788825" y="1088537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11" name="Google Shape;511;p32"/>
          <p:cNvSpPr/>
          <p:nvPr/>
        </p:nvSpPr>
        <p:spPr>
          <a:xfrm rot="5400000">
            <a:off x="4788825" y="1811462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12" name="Google Shape;512;p32"/>
          <p:cNvSpPr/>
          <p:nvPr/>
        </p:nvSpPr>
        <p:spPr>
          <a:xfrm rot="5400000">
            <a:off x="883425" y="32721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13" name="Google Shape;513;p32"/>
          <p:cNvSpPr/>
          <p:nvPr/>
        </p:nvSpPr>
        <p:spPr>
          <a:xfrm rot="5400000">
            <a:off x="883425" y="1815775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14" name="Google Shape;514;p32"/>
          <p:cNvSpPr/>
          <p:nvPr/>
        </p:nvSpPr>
        <p:spPr>
          <a:xfrm rot="5400000">
            <a:off x="883425" y="25387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15" name="Google Shape;515;p32"/>
          <p:cNvSpPr/>
          <p:nvPr/>
        </p:nvSpPr>
        <p:spPr>
          <a:xfrm rot="5400000">
            <a:off x="883425" y="10928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16" name="Google Shape;516;p32"/>
          <p:cNvSpPr txBox="1"/>
          <p:nvPr/>
        </p:nvSpPr>
        <p:spPr>
          <a:xfrm>
            <a:off x="908769" y="1143398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17" name="Google Shape;517;p32"/>
          <p:cNvSpPr txBox="1"/>
          <p:nvPr/>
        </p:nvSpPr>
        <p:spPr>
          <a:xfrm>
            <a:off x="908769" y="18768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18" name="Google Shape;518;p32"/>
          <p:cNvSpPr txBox="1"/>
          <p:nvPr/>
        </p:nvSpPr>
        <p:spPr>
          <a:xfrm>
            <a:off x="908769" y="261030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19" name="Google Shape;519;p32"/>
          <p:cNvSpPr txBox="1"/>
          <p:nvPr/>
        </p:nvSpPr>
        <p:spPr>
          <a:xfrm>
            <a:off x="908769" y="33437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04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20" name="Google Shape;520;p32"/>
          <p:cNvSpPr txBox="1"/>
          <p:nvPr/>
        </p:nvSpPr>
        <p:spPr>
          <a:xfrm>
            <a:off x="908769" y="4047565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05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21" name="Google Shape;521;p32"/>
          <p:cNvSpPr txBox="1"/>
          <p:nvPr/>
        </p:nvSpPr>
        <p:spPr>
          <a:xfrm>
            <a:off x="4814169" y="1149627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06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22" name="Google Shape;522;p32"/>
          <p:cNvSpPr txBox="1"/>
          <p:nvPr/>
        </p:nvSpPr>
        <p:spPr>
          <a:xfrm>
            <a:off x="4814169" y="1883077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07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23" name="Google Shape;523;p32"/>
          <p:cNvSpPr/>
          <p:nvPr/>
        </p:nvSpPr>
        <p:spPr>
          <a:xfrm rot="5400000">
            <a:off x="4788825" y="2534387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24" name="Google Shape;524;p32"/>
          <p:cNvSpPr txBox="1"/>
          <p:nvPr/>
        </p:nvSpPr>
        <p:spPr>
          <a:xfrm>
            <a:off x="4814169" y="260600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08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25" name="Google Shape;525;p32"/>
          <p:cNvSpPr/>
          <p:nvPr/>
        </p:nvSpPr>
        <p:spPr>
          <a:xfrm rot="5400000">
            <a:off x="4788825" y="3257337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26" name="Google Shape;526;p32"/>
          <p:cNvSpPr txBox="1"/>
          <p:nvPr/>
        </p:nvSpPr>
        <p:spPr>
          <a:xfrm>
            <a:off x="4814169" y="33289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09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8 - Table des matières [10]">
  <p:cSld name="98 - Table des matières [10]">
    <p:spTree>
      <p:nvGrpSpPr>
        <p:cNvPr id="1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p33"/>
          <p:cNvSpPr txBox="1">
            <a:spLocks noGrp="1"/>
          </p:cNvSpPr>
          <p:nvPr>
            <p:ph type="title"/>
          </p:nvPr>
        </p:nvSpPr>
        <p:spPr>
          <a:xfrm>
            <a:off x="564931" y="362212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29" name="Google Shape;529;p33"/>
          <p:cNvSpPr txBox="1">
            <a:spLocks noGrp="1"/>
          </p:cNvSpPr>
          <p:nvPr>
            <p:ph type="body" idx="1"/>
          </p:nvPr>
        </p:nvSpPr>
        <p:spPr>
          <a:xfrm>
            <a:off x="1678225" y="1122425"/>
            <a:ext cx="28182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0" name="Google Shape;530;p33"/>
          <p:cNvSpPr txBox="1">
            <a:spLocks noGrp="1"/>
          </p:cNvSpPr>
          <p:nvPr>
            <p:ph type="body" idx="2"/>
          </p:nvPr>
        </p:nvSpPr>
        <p:spPr>
          <a:xfrm>
            <a:off x="1678225" y="1819575"/>
            <a:ext cx="28182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1" name="Google Shape;531;p33"/>
          <p:cNvSpPr txBox="1">
            <a:spLocks noGrp="1"/>
          </p:cNvSpPr>
          <p:nvPr>
            <p:ph type="body" idx="3"/>
          </p:nvPr>
        </p:nvSpPr>
        <p:spPr>
          <a:xfrm>
            <a:off x="1678225" y="2553025"/>
            <a:ext cx="28182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2" name="Google Shape;532;p33"/>
          <p:cNvSpPr txBox="1">
            <a:spLocks noGrp="1"/>
          </p:cNvSpPr>
          <p:nvPr>
            <p:ph type="body" idx="4"/>
          </p:nvPr>
        </p:nvSpPr>
        <p:spPr>
          <a:xfrm>
            <a:off x="1678125" y="3286475"/>
            <a:ext cx="28182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3" name="Google Shape;533;p33"/>
          <p:cNvSpPr txBox="1">
            <a:spLocks noGrp="1"/>
          </p:cNvSpPr>
          <p:nvPr>
            <p:ph type="body" idx="5"/>
          </p:nvPr>
        </p:nvSpPr>
        <p:spPr>
          <a:xfrm>
            <a:off x="1681525" y="4015175"/>
            <a:ext cx="28149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4" name="Google Shape;534;p33"/>
          <p:cNvSpPr txBox="1">
            <a:spLocks noGrp="1"/>
          </p:cNvSpPr>
          <p:nvPr>
            <p:ph type="body" idx="6"/>
          </p:nvPr>
        </p:nvSpPr>
        <p:spPr>
          <a:xfrm>
            <a:off x="5619625" y="1140175"/>
            <a:ext cx="29580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5" name="Google Shape;535;p33"/>
          <p:cNvSpPr txBox="1">
            <a:spLocks noGrp="1"/>
          </p:cNvSpPr>
          <p:nvPr>
            <p:ph type="body" idx="7"/>
          </p:nvPr>
        </p:nvSpPr>
        <p:spPr>
          <a:xfrm>
            <a:off x="5619625" y="1873625"/>
            <a:ext cx="29580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6" name="Google Shape;536;p33"/>
          <p:cNvSpPr txBox="1">
            <a:spLocks noGrp="1"/>
          </p:cNvSpPr>
          <p:nvPr>
            <p:ph type="body" idx="8"/>
          </p:nvPr>
        </p:nvSpPr>
        <p:spPr>
          <a:xfrm>
            <a:off x="5619625" y="2544075"/>
            <a:ext cx="2958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7" name="Google Shape;537;p33"/>
          <p:cNvSpPr txBox="1">
            <a:spLocks noGrp="1"/>
          </p:cNvSpPr>
          <p:nvPr>
            <p:ph type="body" idx="9"/>
          </p:nvPr>
        </p:nvSpPr>
        <p:spPr>
          <a:xfrm>
            <a:off x="5619625" y="3340525"/>
            <a:ext cx="29580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8" name="Google Shape;538;p33"/>
          <p:cNvSpPr txBox="1">
            <a:spLocks noGrp="1"/>
          </p:cNvSpPr>
          <p:nvPr>
            <p:ph type="body" idx="13"/>
          </p:nvPr>
        </p:nvSpPr>
        <p:spPr>
          <a:xfrm>
            <a:off x="5619625" y="4032925"/>
            <a:ext cx="29580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9" name="Google Shape;539;p33"/>
          <p:cNvSpPr/>
          <p:nvPr/>
        </p:nvSpPr>
        <p:spPr>
          <a:xfrm rot="5400000">
            <a:off x="883425" y="39970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40" name="Google Shape;540;p33"/>
          <p:cNvSpPr/>
          <p:nvPr/>
        </p:nvSpPr>
        <p:spPr>
          <a:xfrm rot="5400000">
            <a:off x="4788825" y="1088537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41" name="Google Shape;541;p33"/>
          <p:cNvSpPr/>
          <p:nvPr/>
        </p:nvSpPr>
        <p:spPr>
          <a:xfrm rot="5400000">
            <a:off x="4788825" y="1811462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42" name="Google Shape;542;p33"/>
          <p:cNvSpPr/>
          <p:nvPr/>
        </p:nvSpPr>
        <p:spPr>
          <a:xfrm rot="5400000">
            <a:off x="883425" y="32721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43" name="Google Shape;543;p33"/>
          <p:cNvSpPr/>
          <p:nvPr/>
        </p:nvSpPr>
        <p:spPr>
          <a:xfrm rot="5400000">
            <a:off x="883425" y="1815775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44" name="Google Shape;544;p33"/>
          <p:cNvSpPr/>
          <p:nvPr/>
        </p:nvSpPr>
        <p:spPr>
          <a:xfrm rot="5400000">
            <a:off x="883425" y="25387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45" name="Google Shape;545;p33"/>
          <p:cNvSpPr/>
          <p:nvPr/>
        </p:nvSpPr>
        <p:spPr>
          <a:xfrm rot="5400000">
            <a:off x="883425" y="10928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46" name="Google Shape;546;p33"/>
          <p:cNvSpPr txBox="1"/>
          <p:nvPr/>
        </p:nvSpPr>
        <p:spPr>
          <a:xfrm>
            <a:off x="908769" y="1143398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47" name="Google Shape;547;p33"/>
          <p:cNvSpPr txBox="1"/>
          <p:nvPr/>
        </p:nvSpPr>
        <p:spPr>
          <a:xfrm>
            <a:off x="908769" y="18768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48" name="Google Shape;548;p33"/>
          <p:cNvSpPr txBox="1"/>
          <p:nvPr/>
        </p:nvSpPr>
        <p:spPr>
          <a:xfrm>
            <a:off x="908769" y="261030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49" name="Google Shape;549;p33"/>
          <p:cNvSpPr txBox="1"/>
          <p:nvPr/>
        </p:nvSpPr>
        <p:spPr>
          <a:xfrm>
            <a:off x="908769" y="33437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04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50" name="Google Shape;550;p33"/>
          <p:cNvSpPr txBox="1"/>
          <p:nvPr/>
        </p:nvSpPr>
        <p:spPr>
          <a:xfrm>
            <a:off x="908769" y="4047565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05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51" name="Google Shape;551;p33"/>
          <p:cNvSpPr txBox="1"/>
          <p:nvPr/>
        </p:nvSpPr>
        <p:spPr>
          <a:xfrm>
            <a:off x="4814169" y="1149627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06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52" name="Google Shape;552;p33"/>
          <p:cNvSpPr txBox="1"/>
          <p:nvPr/>
        </p:nvSpPr>
        <p:spPr>
          <a:xfrm>
            <a:off x="4814169" y="1883077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07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53" name="Google Shape;553;p33"/>
          <p:cNvSpPr/>
          <p:nvPr/>
        </p:nvSpPr>
        <p:spPr>
          <a:xfrm rot="5400000">
            <a:off x="4788825" y="2534387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54" name="Google Shape;554;p33"/>
          <p:cNvSpPr txBox="1"/>
          <p:nvPr/>
        </p:nvSpPr>
        <p:spPr>
          <a:xfrm>
            <a:off x="4814169" y="260600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08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55" name="Google Shape;555;p33"/>
          <p:cNvSpPr/>
          <p:nvPr/>
        </p:nvSpPr>
        <p:spPr>
          <a:xfrm rot="5400000">
            <a:off x="4788825" y="3261387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56" name="Google Shape;556;p33"/>
          <p:cNvSpPr txBox="1"/>
          <p:nvPr/>
        </p:nvSpPr>
        <p:spPr>
          <a:xfrm>
            <a:off x="4814169" y="333300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09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57" name="Google Shape;557;p33"/>
          <p:cNvSpPr/>
          <p:nvPr/>
        </p:nvSpPr>
        <p:spPr>
          <a:xfrm rot="5400000">
            <a:off x="4788825" y="39970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58" name="Google Shape;558;p33"/>
          <p:cNvSpPr txBox="1"/>
          <p:nvPr/>
        </p:nvSpPr>
        <p:spPr>
          <a:xfrm>
            <a:off x="4814169" y="4047565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10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9 - Table des matières [all]">
  <p:cSld name="99 - Table des matières [all]"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p34"/>
          <p:cNvSpPr txBox="1">
            <a:spLocks noGrp="1"/>
          </p:cNvSpPr>
          <p:nvPr>
            <p:ph type="title"/>
          </p:nvPr>
        </p:nvSpPr>
        <p:spPr>
          <a:xfrm>
            <a:off x="564931" y="360737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61" name="Google Shape;561;p34"/>
          <p:cNvSpPr txBox="1">
            <a:spLocks noGrp="1"/>
          </p:cNvSpPr>
          <p:nvPr>
            <p:ph type="body" idx="1"/>
          </p:nvPr>
        </p:nvSpPr>
        <p:spPr>
          <a:xfrm>
            <a:off x="571500" y="803050"/>
            <a:ext cx="7053000" cy="40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62" name="Google Shape;562;p34"/>
          <p:cNvSpPr txBox="1">
            <a:spLocks noGrp="1"/>
          </p:cNvSpPr>
          <p:nvPr>
            <p:ph type="body" idx="2"/>
          </p:nvPr>
        </p:nvSpPr>
        <p:spPr>
          <a:xfrm>
            <a:off x="7624600" y="803050"/>
            <a:ext cx="1016100" cy="40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 - Titre et sous-titre 2">
  <p:cSld name="03 - Titre et sous-titre_1_2">
    <p:spTree>
      <p:nvGrpSpPr>
        <p:cNvPr id="1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p35"/>
          <p:cNvSpPr txBox="1">
            <a:spLocks noGrp="1"/>
          </p:cNvSpPr>
          <p:nvPr>
            <p:ph type="subTitle" idx="1"/>
          </p:nvPr>
        </p:nvSpPr>
        <p:spPr>
          <a:xfrm>
            <a:off x="571500" y="779171"/>
            <a:ext cx="80415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65" name="Google Shape;565;p35"/>
          <p:cNvSpPr txBox="1">
            <a:spLocks noGrp="1"/>
          </p:cNvSpPr>
          <p:nvPr>
            <p:ph type="title"/>
          </p:nvPr>
        </p:nvSpPr>
        <p:spPr>
          <a:xfrm>
            <a:off x="562825" y="361400"/>
            <a:ext cx="8019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oogle Shape;6;p1"/>
          <p:cNvGrpSpPr/>
          <p:nvPr/>
        </p:nvGrpSpPr>
        <p:grpSpPr>
          <a:xfrm>
            <a:off x="276301" y="292130"/>
            <a:ext cx="170063" cy="166438"/>
            <a:chOff x="6838242" y="518225"/>
            <a:chExt cx="1247708" cy="1221114"/>
          </a:xfrm>
        </p:grpSpPr>
        <p:sp>
          <p:nvSpPr>
            <p:cNvPr id="7" name="Google Shape;7;p1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8" name="Google Shape;8;p1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9" name="Google Shape;9;p1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10" name="Google Shape;10;p1"/>
          <p:cNvSpPr txBox="1"/>
          <p:nvPr/>
        </p:nvSpPr>
        <p:spPr>
          <a:xfrm>
            <a:off x="8459275" y="4651925"/>
            <a:ext cx="499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Outfit"/>
              <a:buNone/>
            </a:pPr>
            <a:r>
              <a:rPr lang="en-US" sz="800" b="0" i="0" u="none" strike="noStrike" cap="none">
                <a:solidFill>
                  <a:srgbClr val="00D2DD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.</a:t>
            </a:r>
            <a:fld id="{00000000-1234-1234-1234-123412341234}" type="slidenum">
              <a:rPr lang="en-US"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‹#›</a:t>
            </a:fld>
            <a:endParaRPr sz="800" b="0" i="0" u="none" strike="noStrike" cap="none">
              <a:solidFill>
                <a:srgbClr val="0E2356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</p:txBody>
      </p:sp>
      <p:cxnSp>
        <p:nvCxnSpPr>
          <p:cNvPr id="11" name="Google Shape;11;p1"/>
          <p:cNvCxnSpPr>
            <a:stCxn id="12" idx="2"/>
          </p:cNvCxnSpPr>
          <p:nvPr/>
        </p:nvCxnSpPr>
        <p:spPr>
          <a:xfrm>
            <a:off x="8676034" y="4864644"/>
            <a:ext cx="1914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" name="Google Shape;13;p1"/>
          <p:cNvSpPr/>
          <p:nvPr/>
        </p:nvSpPr>
        <p:spPr>
          <a:xfrm>
            <a:off x="8662728" y="4667715"/>
            <a:ext cx="200700" cy="196200"/>
          </a:xfrm>
          <a:prstGeom prst="arc">
            <a:avLst>
              <a:gd name="adj1" fmla="val 16241889"/>
              <a:gd name="adj2" fmla="val 167312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14" name="Google Shape;14;p1"/>
          <p:cNvCxnSpPr>
            <a:endCxn id="13" idx="2"/>
          </p:cNvCxnSpPr>
          <p:nvPr/>
        </p:nvCxnSpPr>
        <p:spPr>
          <a:xfrm rot="10800000">
            <a:off x="8863304" y="4770697"/>
            <a:ext cx="0" cy="9840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" name="Google Shape;15;p1"/>
          <p:cNvSpPr/>
          <p:nvPr/>
        </p:nvSpPr>
        <p:spPr>
          <a:xfrm rot="-5400000">
            <a:off x="8575218" y="4670051"/>
            <a:ext cx="200700" cy="196200"/>
          </a:xfrm>
          <a:prstGeom prst="arc">
            <a:avLst>
              <a:gd name="adj1" fmla="val 16241889"/>
              <a:gd name="adj2" fmla="val 11524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2" name="Google Shape;12;p1"/>
          <p:cNvSpPr/>
          <p:nvPr/>
        </p:nvSpPr>
        <p:spPr>
          <a:xfrm rot="-5400000" flipH="1">
            <a:off x="8575218" y="4666195"/>
            <a:ext cx="200700" cy="196200"/>
          </a:xfrm>
          <a:prstGeom prst="arc">
            <a:avLst>
              <a:gd name="adj1" fmla="val 16241889"/>
              <a:gd name="adj2" fmla="val 15973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16" name="Google Shape;16;p1"/>
          <p:cNvCxnSpPr>
            <a:stCxn id="15" idx="2"/>
            <a:endCxn id="13" idx="0"/>
          </p:cNvCxnSpPr>
          <p:nvPr/>
        </p:nvCxnSpPr>
        <p:spPr>
          <a:xfrm>
            <a:off x="8675904" y="4667802"/>
            <a:ext cx="885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" name="Google Shape;17;p1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796">
          <p15:clr>
            <a:srgbClr val="EA4335"/>
          </p15:clr>
        </p15:guide>
        <p15:guide id="2" pos="2880">
          <p15:clr>
            <a:srgbClr val="EA4335"/>
          </p15:clr>
        </p15:guide>
        <p15:guide id="3" orient="horz" pos="3064">
          <p15:clr>
            <a:srgbClr val="EA4335"/>
          </p15:clr>
        </p15:guide>
        <p15:guide id="4" orient="horz" pos="236">
          <p15:clr>
            <a:srgbClr val="EA4335"/>
          </p15:clr>
        </p15:guide>
        <p15:guide id="5" pos="360">
          <p15:clr>
            <a:srgbClr val="EA4335"/>
          </p15:clr>
        </p15:guide>
        <p15:guide id="6" pos="5403">
          <p15:clr>
            <a:srgbClr val="EA4335"/>
          </p15:clr>
        </p15:guide>
        <p15:guide id="7" orient="horz" pos="515">
          <p15:clr>
            <a:srgbClr val="E46962"/>
          </p15:clr>
        </p15:guide>
        <p15:guide id="8" orient="horz" pos="802">
          <p15:clr>
            <a:srgbClr val="E46962"/>
          </p15:clr>
        </p15:guide>
        <p15:guide id="9" pos="3697">
          <p15:clr>
            <a:srgbClr val="E46962"/>
          </p15:clr>
        </p15:guide>
        <p15:guide id="10" pos="2168">
          <p15:clr>
            <a:srgbClr val="E46962"/>
          </p15:clr>
        </p15:guide>
        <p15:guide id="11" pos="3372">
          <p15:clr>
            <a:srgbClr val="E46962"/>
          </p15:clr>
        </p15:guide>
        <p15:guide id="12" pos="2484">
          <p15:clr>
            <a:srgbClr val="E46962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BMAD IAP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Infra as a Product Transformation Pack — synthèse de cadrage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OCTO Technology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 idx="3"/>
          </p:nvPr>
        </p:nvSpPr>
        <p:spPr/>
        <p:txBody>
          <a:bodyPr/>
          <a:lstStyle/>
          <a:p>
            <a:r>
              <a:t>v1.9 · 2026-07-09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2356" y="4160520"/>
            <a:ext cx="181394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STATUT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900" b="0" i="0">
                <a:solidFill>
                  <a:srgbClr val="586586"/>
                </a:solidFill>
              </a:rPr>
              <a:t>Draft consolidé v1.9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59177" y="4160520"/>
            <a:ext cx="181394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LANGUE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900" b="0" i="0">
                <a:solidFill>
                  <a:srgbClr val="586586"/>
                </a:solidFill>
              </a:rPr>
              <a:t>FR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55998" y="4160520"/>
            <a:ext cx="181394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CONFIDENTIALITÉ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900" b="0" i="0">
                <a:solidFill>
                  <a:srgbClr val="586586"/>
                </a:solidFill>
              </a:rPr>
              <a:t>Client-data-first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2819" y="4160520"/>
            <a:ext cx="181394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SOURCES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900" b="0" i="0">
                <a:solidFill>
                  <a:srgbClr val="586586"/>
                </a:solidFill>
              </a:rPr>
              <a:t>VSCode1 · VSCode2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1350">
                <a:solidFill>
                  <a:srgbClr val="00D2DD"/>
                </a:solidFill>
              </a:rPr>
              <a:t>EXECUTIVE SUMMARY   ·   </a:t>
            </a:r>
            <a:r>
              <a:rPr b="1" sz="1350">
                <a:solidFill>
                  <a:srgbClr val="0E2356"/>
                </a:solidFill>
              </a:rPr>
              <a:t>Une transformation à deux piliers, cadrée et mesurable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2356" y="1051560"/>
            <a:ext cx="7804404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1">
                <a:solidFill>
                  <a:srgbClr val="0E2356"/>
                </a:solidFill>
              </a:rPr>
              <a:t>Transformer l'infrastructure en plateforme opérée comme un produit, ET traiter structurellement le gaspillage qui l'en empêche — deux piliers non séquentiels, cadrés par une doctrine non négociable et mesurés par des KPIs dédiés.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2356" y="2103120"/>
            <a:ext cx="181394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2356" y="2103120"/>
            <a:ext cx="64008" cy="2880360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6947" y="2267712"/>
            <a:ext cx="1484757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2C5CC5"/>
                </a:solidFill>
              </a:rPr>
              <a:t>Doctrine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6947" y="2697479"/>
            <a:ext cx="1484757" cy="2103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</a:pPr>
            <a:r>
              <a:rPr sz="800" b="0" i="0">
                <a:solidFill>
                  <a:srgbClr val="0E2356"/>
                </a:solidFill>
              </a:rPr>
              <a:t>Gate IA non négociable : checkpoint humain systématique sur toute donnée client, quel que soit le mode d'exécution IA retenu.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59177" y="2103120"/>
            <a:ext cx="181394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59177" y="2103120"/>
            <a:ext cx="64008" cy="2880360"/>
          </a:xfrm>
          <a:prstGeom prst="roundRect">
            <a:avLst>
              <a:gd name="adj" fmla="val 50000"/>
            </a:avLst>
          </a:prstGeom>
          <a:solidFill>
            <a:srgbClr val="1E6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23769" y="2267712"/>
            <a:ext cx="1484757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1E6B34"/>
                </a:solidFill>
              </a:rPr>
              <a:t>Méthode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23769" y="2697479"/>
            <a:ext cx="1484757" cy="2103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</a:pPr>
            <a:r>
              <a:rPr sz="800" b="0" i="0">
                <a:solidFill>
                  <a:srgbClr val="0E2356"/>
                </a:solidFill>
              </a:rPr>
              <a:t>Gaspillage traité avec un score explicite (impact × faisabilité − prudence IA) ; modèles d'équipe Team Topologies étendus aux agents IA, mandat écrit avant délégation.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55998" y="2103120"/>
            <a:ext cx="181394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55998" y="2103120"/>
            <a:ext cx="64008" cy="288036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20590" y="2267712"/>
            <a:ext cx="1484757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B8860B"/>
                </a:solidFill>
              </a:rPr>
              <a:t>Maturité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0590" y="2697479"/>
            <a:ext cx="1484757" cy="2103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</a:pPr>
            <a:r>
              <a:rPr sz="800" b="0" i="0">
                <a:solidFill>
                  <a:srgbClr val="0E2356"/>
                </a:solidFill>
              </a:rPr>
              <a:t>Deux échelles jamais confondues : maturité IA client (M0-M4) et grille produit/plateforme VSCode1 V3.2 — chacune sa lecture, son usage.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52819" y="2103120"/>
            <a:ext cx="181394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52819" y="2103120"/>
            <a:ext cx="64008" cy="288036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17411" y="2267712"/>
            <a:ext cx="1484757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B3261E"/>
                </a:solidFill>
              </a:rPr>
              <a:t>Posture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17411" y="2697479"/>
            <a:ext cx="1484757" cy="2103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</a:pPr>
            <a:r>
              <a:rPr sz="800" b="0" i="0">
                <a:solidFill>
                  <a:srgbClr val="0E2356"/>
                </a:solidFill>
              </a:rPr>
              <a:t>Niveau d'ambition A (aide au coach) assumé aujourd'hui — un choix de gouvernance, pas une limite technique subie, mesuré par 3 familles de KPIs distinctes.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1700">
                <a:solidFill>
                  <a:srgbClr val="2C5CC5"/>
                </a:solidFill>
              </a:rPr>
              <a:t>CADRAGE   ·   </a:t>
            </a:r>
            <a:r>
              <a:rPr b="1" sz="1700">
                <a:solidFill>
                  <a:srgbClr val="0E2356"/>
                </a:solidFill>
              </a:rPr>
              <a:t>Une double mission : transformer ET assainir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2356" y="1508760"/>
            <a:ext cx="381076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2356" y="1508760"/>
            <a:ext cx="64008" cy="1600200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3524" y="1645919"/>
            <a:ext cx="340842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2C5CC5"/>
                </a:solidFill>
              </a:rPr>
              <a:t>TRANSFORMER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3524" y="1965960"/>
            <a:ext cx="3408426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586586"/>
                </a:solidFill>
              </a:rPr>
              <a:t>CE QU'IL VISE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0E2356"/>
                </a:solidFill>
              </a:rPr>
              <a:t>Cible produit/plateforme : utilisateurs identifiés, valeur, roadmap, engagements de qualité, gouvernance lisible.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" y="2560320"/>
            <a:ext cx="3408426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586586"/>
                </a:solidFill>
              </a:rPr>
              <a:t>CE QU'IL FINANCE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0E2356"/>
                </a:solidFill>
              </a:rPr>
              <a:t>La vision à moyen terme — ce que le sponsor achète.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55998" y="1508760"/>
            <a:ext cx="381076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55998" y="1508760"/>
            <a:ext cx="64008" cy="160020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7166" y="1645919"/>
            <a:ext cx="340842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B3261E"/>
                </a:solidFill>
              </a:rPr>
              <a:t>ASSAINIR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7166" y="1965960"/>
            <a:ext cx="3408426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586586"/>
                </a:solidFill>
              </a:rPr>
              <a:t>CE QU'IL VISE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0E2356"/>
                </a:solidFill>
              </a:rPr>
              <a:t>Traitement mesurable des gaspillages : flux, RUN, humain, financier, cognitif, décisionnel, environnemental, IA.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7166" y="2560320"/>
            <a:ext cx="3408426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586586"/>
                </a:solidFill>
              </a:rPr>
              <a:t>CE QU'IL FINANCE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0E2356"/>
                </a:solidFill>
              </a:rPr>
              <a:t>La capacité récupérée qui finance la trajectoire produit.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356" y="3291840"/>
            <a:ext cx="7804404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586586"/>
                </a:solidFill>
              </a:rPr>
              <a:t>Les deux piliers ne sont ni séquentiels ni optionnels l'un par rapport à l'autre : une cible produit sans traitement du gaspillage manque de capacité pour s'y déployer ; l'inverse reste une réduction de coûts sans vision.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2356" y="3858768"/>
            <a:ext cx="2479548" cy="566928"/>
          </a:xfrm>
          <a:prstGeom prst="roundRect">
            <a:avLst>
              <a:gd name="adj" fmla="val 12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" y="3858768"/>
            <a:ext cx="2296667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0E2356"/>
                </a:solidFill>
              </a:rPr>
              <a:t>Efficacité du delivery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24783" y="3858768"/>
            <a:ext cx="2479548" cy="566928"/>
          </a:xfrm>
          <a:prstGeom prst="roundRect">
            <a:avLst>
              <a:gd name="adj" fmla="val 12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16224" y="3858768"/>
            <a:ext cx="2296667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0E2356"/>
                </a:solidFill>
              </a:rPr>
              <a:t>Robustesse du RUN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87212" y="3858768"/>
            <a:ext cx="2479548" cy="566928"/>
          </a:xfrm>
          <a:prstGeom prst="roundRect">
            <a:avLst>
              <a:gd name="adj" fmla="val 12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78652" y="3858768"/>
            <a:ext cx="2296667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0E2356"/>
                </a:solidFill>
              </a:rPr>
              <a:t>Valeur perçue (utilisateurs internes)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1550">
                <a:solidFill>
                  <a:srgbClr val="2C5CC5"/>
                </a:solidFill>
              </a:rPr>
              <a:t>CADRAGE   ·   </a:t>
            </a:r>
            <a:r>
              <a:rPr b="1" sz="1550">
                <a:solidFill>
                  <a:srgbClr val="0E2356"/>
                </a:solidFill>
              </a:rPr>
              <a:t>Les données du client gouvernent le choix du modèle 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2356" y="1051560"/>
            <a:ext cx="7804404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586586"/>
                </a:solidFill>
              </a:rPr>
              <a:t>Checkpoint toujours humain avant tout usage IA sur données client — iap-ai-data-confidentiality-gate, quel que soit le mode (ADR-006 OpenHub).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2356" y="1463039"/>
            <a:ext cx="1234440" cy="566928"/>
          </a:xfrm>
          <a:prstGeom prst="roundRect">
            <a:avLst>
              <a:gd name="adj" fmla="val 50000"/>
            </a:avLst>
          </a:prstGeom>
          <a:solidFill>
            <a:srgbClr val="1E6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2356" y="1463039"/>
            <a:ext cx="123444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D0 · Public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79676" y="1463039"/>
            <a:ext cx="38404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0E2356"/>
                </a:solidFill>
              </a:rPr>
              <a:t>Articles publics, docs méthodo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03036" y="1463039"/>
            <a:ext cx="2363724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1">
                <a:solidFill>
                  <a:srgbClr val="586586"/>
                </a:solidFill>
              </a:rPr>
              <a:t>IA externe possible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2356" y="2121408"/>
            <a:ext cx="1234440" cy="566928"/>
          </a:xfrm>
          <a:prstGeom prst="roundRect">
            <a:avLst>
              <a:gd name="adj" fmla="val 50000"/>
            </a:avLst>
          </a:prstGeom>
          <a:solidFill>
            <a:srgbClr val="5B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2356" y="2121408"/>
            <a:ext cx="123444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D1 · Interne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9676" y="2121408"/>
            <a:ext cx="38404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0E2356"/>
                </a:solidFill>
              </a:rPr>
              <a:t>Organisation macro, catalogue anonymisé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03036" y="2121408"/>
            <a:ext cx="2363724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1">
                <a:solidFill>
                  <a:srgbClr val="586586"/>
                </a:solidFill>
              </a:rPr>
              <a:t>IA client recommandée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2356" y="2779776"/>
            <a:ext cx="1234440" cy="56692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2356" y="2779776"/>
            <a:ext cx="123444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D2 · Confidentiel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9676" y="2779776"/>
            <a:ext cx="38404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0E2356"/>
                </a:solidFill>
              </a:rPr>
              <a:t>Notes d'interview, reporting, portefeuille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03036" y="2779776"/>
            <a:ext cx="2363724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1">
                <a:solidFill>
                  <a:srgbClr val="586586"/>
                </a:solidFill>
              </a:rPr>
              <a:t>IA client ou LLM privé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" y="3438144"/>
            <a:ext cx="1234440" cy="566928"/>
          </a:xfrm>
          <a:prstGeom prst="roundRect">
            <a:avLst>
              <a:gd name="adj" fmla="val 50000"/>
            </a:avLst>
          </a:prstGeom>
          <a:solidFill>
            <a:srgbClr val="C16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2356" y="3438144"/>
            <a:ext cx="123444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D3 · Restreint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9676" y="3438144"/>
            <a:ext cx="38404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0E2356"/>
                </a:solidFill>
              </a:rPr>
              <a:t>Tickets détaillés, logs, CMDB, IAM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03036" y="3438144"/>
            <a:ext cx="2363724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1">
                <a:solidFill>
                  <a:srgbClr val="586586"/>
                </a:solidFill>
              </a:rPr>
              <a:t>LLM local, contrôles forts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2356" y="4096511"/>
            <a:ext cx="1234440" cy="566928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2356" y="4096511"/>
            <a:ext cx="123444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D4 · Critique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9676" y="4096511"/>
            <a:ext cx="38404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0E2356"/>
                </a:solidFill>
              </a:rPr>
              <a:t>Secrets de production, données réglementées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03036" y="4096511"/>
            <a:ext cx="2363724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1">
                <a:solidFill>
                  <a:srgbClr val="586586"/>
                </a:solidFill>
              </a:rPr>
              <a:t>Local/on-prem, sans IA générative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1700">
                <a:solidFill>
                  <a:srgbClr val="2C5CC5"/>
                </a:solidFill>
              </a:rPr>
              <a:t>CADRAGE   ·   </a:t>
            </a:r>
            <a:r>
              <a:rPr b="1" sz="1700">
                <a:solidFill>
                  <a:srgbClr val="0E2356"/>
                </a:solidFill>
              </a:rPr>
              <a:t>Deux échelles de maturité, jamais confondues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2356" y="1051560"/>
            <a:ext cx="381076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MATURITÉ IA CLIENT (M0–M4)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2356" y="1417319"/>
            <a:ext cx="566928" cy="658368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2356" y="1417319"/>
            <a:ext cx="5669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6443" y="1417319"/>
            <a:ext cx="2969514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Pas d'IA interne utilisable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Méthodo générique, données anonymisées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2356" y="2130552"/>
            <a:ext cx="566928" cy="658368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2356" y="2130552"/>
            <a:ext cx="5669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6443" y="2130552"/>
            <a:ext cx="2969514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IA interne basique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Synthèses internes, pas d'analyse critique auto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2356" y="2843784"/>
            <a:ext cx="566928" cy="658368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" y="2843784"/>
            <a:ext cx="5669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6443" y="2843784"/>
            <a:ext cx="2969514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IA privée avec RAG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Diagnostic documentaire, consolidation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" y="3557015"/>
            <a:ext cx="566928" cy="658368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2356" y="3557015"/>
            <a:ext cx="5669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6443" y="3557015"/>
            <a:ext cx="2969514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Plateforme IA gouvernée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Workflows agentic contrôlés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" y="4270248"/>
            <a:ext cx="566928" cy="658368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2356" y="4270248"/>
            <a:ext cx="5669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6443" y="4270248"/>
            <a:ext cx="2969514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IA industrielle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Agents spécialisés à fort volume, contrôle humain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5998" y="1051560"/>
            <a:ext cx="381076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MATURITÉ PRODUIT / PLATEFORME (grille VSCode1 V3.2)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55998" y="1682495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12030" y="1417319"/>
            <a:ext cx="3554730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0E2356"/>
                </a:solidFill>
              </a:rPr>
              <a:t>Équipe Produit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Adjacent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55998" y="239572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E6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12030" y="2130552"/>
            <a:ext cx="3554730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0E2356"/>
                </a:solidFill>
              </a:rPr>
              <a:t>Excellence Technique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1E6B34"/>
                </a:solidFill>
              </a:rPr>
              <a:t>Cœur du périmètre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55998" y="310896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12030" y="2843784"/>
            <a:ext cx="3554730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0E2356"/>
                </a:solidFill>
              </a:rPr>
              <a:t>Culture de l'Entreprise Agile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Adjacent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55998" y="3822191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12030" y="3557015"/>
            <a:ext cx="3554730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0E2356"/>
                </a:solidFill>
              </a:rPr>
              <a:t>Agilité à l'Échelle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B8860B"/>
                </a:solidFill>
              </a:rPr>
              <a:t>Cœur du périmètre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55998" y="4535424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A3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12030" y="4270248"/>
            <a:ext cx="3554730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0E2356"/>
                </a:solidFill>
              </a:rPr>
              <a:t>IA, Agentic et Organisation Augmentée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6A3D9A"/>
                </a:solidFill>
              </a:rPr>
              <a:t>Remplace le M0–M4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1550">
                <a:solidFill>
                  <a:srgbClr val="1E6B34"/>
                </a:solidFill>
              </a:rPr>
              <a:t>MÉTHODE   ·   </a:t>
            </a:r>
            <a:r>
              <a:rPr b="1" sz="1550">
                <a:solidFill>
                  <a:srgbClr val="0E2356"/>
                </a:solidFill>
              </a:rPr>
              <a:t>Le gaspillage, traité comme un objet de transformation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2356" y="1463039"/>
            <a:ext cx="18139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2356" y="1463039"/>
            <a:ext cx="54864" cy="475488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" y="1499616"/>
            <a:ext cx="155790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Flux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Attentes, validations multiples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59177" y="1463039"/>
            <a:ext cx="18139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559177" y="1463039"/>
            <a:ext cx="54864" cy="475488"/>
          </a:xfrm>
          <a:prstGeom prst="roundRect">
            <a:avLst>
              <a:gd name="adj" fmla="val 50000"/>
            </a:avLst>
          </a:prstGeom>
          <a:solidFill>
            <a:srgbClr val="1E6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05481" y="1499616"/>
            <a:ext cx="155790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Humain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Experts seniors sur tâches répétitives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55998" y="1463039"/>
            <a:ext cx="18139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55998" y="1463039"/>
            <a:ext cx="54864" cy="475488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2302" y="1499616"/>
            <a:ext cx="155790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RUN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Incidents récurrents, demandes répétées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52819" y="1463039"/>
            <a:ext cx="18139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52819" y="1463039"/>
            <a:ext cx="54864" cy="47548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9123" y="1499616"/>
            <a:ext cx="155790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Financier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Surdimensionnement, ressources non décommissionnées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2356" y="2011679"/>
            <a:ext cx="18139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2356" y="2011679"/>
            <a:ext cx="54864" cy="475488"/>
          </a:xfrm>
          <a:prstGeom prst="roundRect">
            <a:avLst>
              <a:gd name="adj" fmla="val 50000"/>
            </a:avLst>
          </a:prstGeom>
          <a:solidFill>
            <a:srgbClr val="6A3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" y="2048255"/>
            <a:ext cx="155790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Cognitif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Trop d'outils, procédures complexes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559177" y="2011679"/>
            <a:ext cx="18139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559177" y="2011679"/>
            <a:ext cx="54864" cy="475488"/>
          </a:xfrm>
          <a:prstGeom prst="roundRect">
            <a:avLst>
              <a:gd name="adj" fmla="val 50000"/>
            </a:avLst>
          </a:prstGeom>
          <a:solidFill>
            <a:srgbClr val="138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05481" y="2048255"/>
            <a:ext cx="155790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Décisionnel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Arbitrages subjectifs, priorisation opaque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55998" y="2011679"/>
            <a:ext cx="18139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55998" y="2011679"/>
            <a:ext cx="54864" cy="475488"/>
          </a:xfrm>
          <a:prstGeom prst="roundRect">
            <a:avLst>
              <a:gd name="adj" fmla="val 50000"/>
            </a:avLst>
          </a:prstGeom>
          <a:solidFill>
            <a:srgbClr val="C16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02302" y="2048255"/>
            <a:ext cx="155790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Environnemental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Ressources inutilisées, environnements non éteints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52819" y="2011679"/>
            <a:ext cx="18139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52819" y="2011679"/>
            <a:ext cx="54864" cy="475488"/>
          </a:xfrm>
          <a:prstGeom prst="roundRect">
            <a:avLst>
              <a:gd name="adj" fmla="val 50000"/>
            </a:avLst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99123" y="2048255"/>
            <a:ext cx="155790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IA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Cas d'usage gadget, automatisation sans garde-fous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2356" y="2688336"/>
            <a:ext cx="7804404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586586"/>
                </a:solidFill>
              </a:rPr>
              <a:t>CHAÎNE DE TRAITEMENT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2356" y="2907791"/>
            <a:ext cx="1414576" cy="310896"/>
          </a:xfrm>
          <a:prstGeom prst="roundRect">
            <a:avLst>
              <a:gd name="adj" fmla="val 5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2356" y="2907791"/>
            <a:ext cx="14145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1. Détecter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59812" y="2907791"/>
            <a:ext cx="1414576" cy="310896"/>
          </a:xfrm>
          <a:prstGeom prst="roundRect">
            <a:avLst>
              <a:gd name="adj" fmla="val 5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59812" y="2907791"/>
            <a:ext cx="14145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2. Qualifier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757269" y="2907791"/>
            <a:ext cx="1414576" cy="310896"/>
          </a:xfrm>
          <a:prstGeom prst="roundRect">
            <a:avLst>
              <a:gd name="adj" fmla="val 5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57269" y="2907791"/>
            <a:ext cx="14145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3. Quantifier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54726" y="2907791"/>
            <a:ext cx="1414576" cy="310896"/>
          </a:xfrm>
          <a:prstGeom prst="roundRect">
            <a:avLst>
              <a:gd name="adj" fmla="val 5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54726" y="2907791"/>
            <a:ext cx="14145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4. Cause racine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952183" y="2907791"/>
            <a:ext cx="1414576" cy="310896"/>
          </a:xfrm>
          <a:prstGeom prst="roundRect">
            <a:avLst>
              <a:gd name="adj" fmla="val 5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52183" y="2907791"/>
            <a:ext cx="14145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5. Pattern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2356" y="3291839"/>
            <a:ext cx="1414576" cy="310896"/>
          </a:xfrm>
          <a:prstGeom prst="roundRect">
            <a:avLst>
              <a:gd name="adj" fmla="val 5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2356" y="3291839"/>
            <a:ext cx="14145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6. Prioriser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159812" y="3291839"/>
            <a:ext cx="1414576" cy="310896"/>
          </a:xfrm>
          <a:prstGeom prst="roundRect">
            <a:avLst>
              <a:gd name="adj" fmla="val 5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159812" y="3291839"/>
            <a:ext cx="14145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7. Expérimenter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757269" y="3291839"/>
            <a:ext cx="1414576" cy="310896"/>
          </a:xfrm>
          <a:prstGeom prst="roundRect">
            <a:avLst>
              <a:gd name="adj" fmla="val 5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57269" y="3291839"/>
            <a:ext cx="14145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8. Mesurer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354726" y="3291839"/>
            <a:ext cx="1414576" cy="310896"/>
          </a:xfrm>
          <a:prstGeom prst="roundRect">
            <a:avLst>
              <a:gd name="adj" fmla="val 5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54726" y="3291839"/>
            <a:ext cx="14145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9. Industrialiser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952183" y="3291839"/>
            <a:ext cx="1414576" cy="310896"/>
          </a:xfrm>
          <a:prstGeom prst="roundRect">
            <a:avLst>
              <a:gd name="adj" fmla="val 5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52183" y="3291839"/>
            <a:ext cx="14145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10. Prévenir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62356" y="3785615"/>
            <a:ext cx="7804404" cy="960120"/>
          </a:xfrm>
          <a:prstGeom prst="roundRect">
            <a:avLst>
              <a:gd name="adj" fmla="val 8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3524" y="3785615"/>
            <a:ext cx="3627882" cy="9601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</a:rPr>
              <a:t>Priorité = (impact × faisabilité) − prudence IA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800" b="0" i="0">
                <a:solidFill>
                  <a:srgbClr val="C7CBE0"/>
                </a:solidFill>
              </a:rPr>
              <a:t>Le score ne remplace pas l'arbitrage humain : il rend la discussion explicite.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64558" y="3877055"/>
            <a:ext cx="3765041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700" b="1" i="0">
                <a:solidFill>
                  <a:srgbClr val="8891B3"/>
                </a:solidFill>
              </a:rPr>
              <a:t>SCORE ILLUSTRATIF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64558" y="4078224"/>
            <a:ext cx="1097280" cy="1981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700" b="0" i="0">
                <a:solidFill>
                  <a:srgbClr val="C7CBE0"/>
                </a:solidFill>
              </a:rPr>
              <a:t>Impact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607558" y="4113275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790438" y="4113275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973318" y="4113275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156198" y="4113275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339078" y="4113275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3A4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464558" y="4276344"/>
            <a:ext cx="1097280" cy="1981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700" b="0" i="0">
                <a:solidFill>
                  <a:srgbClr val="C7CBE0"/>
                </a:solidFill>
              </a:rPr>
              <a:t>Faisabilité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607558" y="431139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790438" y="431139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973318" y="431139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156198" y="431139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3A4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339078" y="431139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3A4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464558" y="4474464"/>
            <a:ext cx="1097280" cy="1981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700" b="0" i="0">
                <a:solidFill>
                  <a:srgbClr val="C7CBE0"/>
                </a:solidFill>
              </a:rPr>
              <a:t>Prudence IA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607558" y="450951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5790438" y="450951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3A4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973318" y="450951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3A4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6156198" y="450951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3A4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6339078" y="450951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3A4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1550">
                <a:solidFill>
                  <a:srgbClr val="1E6B34"/>
                </a:solidFill>
              </a:rPr>
              <a:t>MÉTHODE   ·   </a:t>
            </a:r>
            <a:r>
              <a:rPr b="1" sz="1550">
                <a:solidFill>
                  <a:srgbClr val="0E2356"/>
                </a:solidFill>
              </a:rPr>
              <a:t>La cible IAP est une Platform Team — agents IA compris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2356" y="1097280"/>
            <a:ext cx="1813941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2356" y="1097280"/>
            <a:ext cx="64008" cy="1417320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" y="1225295"/>
            <a:ext cx="1521333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2C5CC5"/>
                </a:solidFill>
              </a:rPr>
              <a:t>Stream-aligned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8660" y="1627631"/>
            <a:ext cx="1521333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0E2356"/>
                </a:solidFill>
              </a:rPr>
              <a:t>Flux de valeur métier continu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8660" y="2011680"/>
            <a:ext cx="1521333" cy="41147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0" i="1">
                <a:solidFill>
                  <a:srgbClr val="586586"/>
                </a:solidFill>
              </a:rPr>
              <a:t>Équipes applicatives clientes de la plateforme infra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59177" y="1097280"/>
            <a:ext cx="1813941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59177" y="1097280"/>
            <a:ext cx="64008" cy="1417320"/>
          </a:xfrm>
          <a:prstGeom prst="roundRect">
            <a:avLst>
              <a:gd name="adj" fmla="val 50000"/>
            </a:avLst>
          </a:prstGeom>
          <a:solidFill>
            <a:srgbClr val="1E6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05481" y="1225295"/>
            <a:ext cx="1521333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1E6B34"/>
                </a:solidFill>
              </a:rPr>
              <a:t>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05481" y="1627631"/>
            <a:ext cx="1521333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0E2356"/>
                </a:solidFill>
              </a:rPr>
              <a:t>Capacités en self-service (X-as-a-Service)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5481" y="2011680"/>
            <a:ext cx="1521333" cy="41147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0" i="1">
                <a:solidFill>
                  <a:srgbClr val="586586"/>
                </a:solidFill>
              </a:rPr>
              <a:t>La cible même de la transformation IAP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55998" y="1097280"/>
            <a:ext cx="1813941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5998" y="1097280"/>
            <a:ext cx="64008" cy="141732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2302" y="1225295"/>
            <a:ext cx="1521333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B8860B"/>
                </a:solidFill>
              </a:rPr>
              <a:t>Enabling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2302" y="1627631"/>
            <a:ext cx="1521333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0E2356"/>
                </a:solidFill>
              </a:rPr>
              <a:t>Montée en compétence temporaire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2302" y="2011680"/>
            <a:ext cx="1521333" cy="41147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0" i="1">
                <a:solidFill>
                  <a:srgbClr val="586586"/>
                </a:solidFill>
              </a:rPr>
              <a:t>Posture du coach BMAD IAP — jamais permanente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52819" y="1097280"/>
            <a:ext cx="1813941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552819" y="1097280"/>
            <a:ext cx="64008" cy="1417320"/>
          </a:xfrm>
          <a:prstGeom prst="roundRect">
            <a:avLst>
              <a:gd name="adj" fmla="val 50000"/>
            </a:avLst>
          </a:prstGeom>
          <a:solidFill>
            <a:srgbClr val="6A3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99123" y="1225295"/>
            <a:ext cx="1521333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6A3D9A"/>
                </a:solidFill>
              </a:rPr>
              <a:t>Complicated-subsystem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99123" y="1627631"/>
            <a:ext cx="1521333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0E2356"/>
                </a:solidFill>
              </a:rPr>
              <a:t>Expertise pointue, compétences rares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99123" y="2011680"/>
            <a:ext cx="1521333" cy="41147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0" i="1">
                <a:solidFill>
                  <a:srgbClr val="586586"/>
                </a:solidFill>
              </a:rPr>
              <a:t>Un vrai sous-système complexe, pas un produit plateforme classique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2356" y="2679192"/>
            <a:ext cx="7804404" cy="2304288"/>
          </a:xfrm>
          <a:prstGeom prst="roundRect">
            <a:avLst>
              <a:gd name="adj" fmla="val 8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3524" y="2770632"/>
            <a:ext cx="7402068" cy="21214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Extension — les agents IA comme coéquipiers, et leur mise en œuvre (v1.7)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800" b="0" i="0">
                <a:solidFill>
                  <a:srgbClr val="0E2356"/>
                </a:solidFill>
              </a:rPr>
              <a:t>Un agent peut être membre d'une Stream-aligned team ou capacité exposée par la Platform Team (4ᵉ mode candidat : Supervision). L'adoption suit la trajectoire Coach → Délégué (assisté → supervisé → délégué) : mandat écrit (ce que l'agent décide seul / ce qui escalade / qui répond de ses erreurs) avant tout palier au-delà de l'assisté — jamais un usage qui dérive à l'implicite.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1500">
                <a:solidFill>
                  <a:srgbClr val="B8860B"/>
                </a:solidFill>
              </a:rPr>
              <a:t>TRAJECTOIRE   ·   </a:t>
            </a:r>
            <a:r>
              <a:rPr b="1" sz="1500">
                <a:solidFill>
                  <a:srgbClr val="0E2356"/>
                </a:solidFill>
              </a:rPr>
              <a:t>Mise en œuvre du target operating model — brainstorm</a:t>
            </a:r>
          </a:p>
        </p:txBody>
      </p:sp>
      <p:sp>
        <p:nvSpPr>
          <p:cNvPr id="3" name="Rectangle 2"/>
          <p:cNvSpPr/>
          <p:nvPr/>
        </p:nvSpPr>
        <p:spPr>
          <a:xfrm>
            <a:off x="813816" y="1383487"/>
            <a:ext cx="7301484" cy="21945"/>
          </a:xfrm>
          <a:prstGeom prst="rect">
            <a:avLst/>
          </a:prstGeom>
          <a:solidFill>
            <a:srgbClr val="CF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217866" y="114300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17866" y="114300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2356" y="1755648"/>
            <a:ext cx="1813941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0E2356"/>
                </a:solidFill>
              </a:rPr>
              <a:t>Assessment flash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6406" y="2084831"/>
            <a:ext cx="1005840" cy="219456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6406" y="2084831"/>
            <a:ext cx="100584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1–2 sem.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" y="2377439"/>
            <a:ext cx="1722501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700" b="0" i="0">
                <a:solidFill>
                  <a:srgbClr val="586586"/>
                </a:solidFill>
              </a:rPr>
              <a:t>= Schéma de fonctionnement déjà cadré (Collecte → Diagnostic → Conception → Restitution).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14687" y="114300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14687" y="114300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9177" y="1755648"/>
            <a:ext cx="1813941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0E2356"/>
                </a:solidFill>
              </a:rPr>
              <a:t>Premier déploiement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63227" y="2084831"/>
            <a:ext cx="1005840" cy="219456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63227" y="2084831"/>
            <a:ext cx="100584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4–5 sem.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4897" y="2377439"/>
            <a:ext cx="1722501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700" b="0" i="0">
                <a:solidFill>
                  <a:srgbClr val="586586"/>
                </a:solidFill>
              </a:rPr>
              <a:t>1-2 équipes pilotes, mode Coach dominant. Piste agent IA (si retenue) : qualifier, cadrer, mandater.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11508" y="114300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1E6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1508" y="114300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5998" y="1755648"/>
            <a:ext cx="1813941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0E2356"/>
                </a:solidFill>
              </a:rPr>
              <a:t>Implémentation itérative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60048" y="2084831"/>
            <a:ext cx="1005840" cy="219456"/>
          </a:xfrm>
          <a:prstGeom prst="roundRect">
            <a:avLst>
              <a:gd name="adj" fmla="val 50000"/>
            </a:avLst>
          </a:prstGeom>
          <a:solidFill>
            <a:srgbClr val="1E6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0048" y="2084831"/>
            <a:ext cx="100584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→ T+6-12 mois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1718" y="2377439"/>
            <a:ext cx="1722501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700" b="0" i="0">
                <a:solidFill>
                  <a:srgbClr val="586586"/>
                </a:solidFill>
              </a:rPr>
              <a:t>Généralisation équipe par équipe, bascule Coach → Délégué. Piste agent IA : supervisé puis délégué.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08329" y="114300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08329" y="114300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2819" y="1755648"/>
            <a:ext cx="1813941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0E2356"/>
                </a:solidFill>
              </a:rPr>
              <a:t>Boucle de réévaluation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56869" y="2084831"/>
            <a:ext cx="1005840" cy="219456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56869" y="2084831"/>
            <a:ext cx="100584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T+6-12 mois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98539" y="2377439"/>
            <a:ext cx="1722501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700" b="0" i="0">
                <a:solidFill>
                  <a:srgbClr val="586586"/>
                </a:solidFill>
              </a:rPr>
              <a:t>iap-re-assessment reboucle vers la Collecte — alimente rex-library.md.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2356" y="3355848"/>
            <a:ext cx="7804404" cy="1627632"/>
          </a:xfrm>
          <a:prstGeom prst="roundRect">
            <a:avLst>
              <a:gd name="adj" fmla="val 8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5236" y="3429000"/>
            <a:ext cx="7438644" cy="14813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0E2356"/>
                </a:solidFill>
              </a:rPr>
              <a:t>Bifurcation avec/sans agents IA déployés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700" b="0" i="0">
                <a:solidFill>
                  <a:srgbClr val="0E2356"/>
                </a:solidFill>
              </a:rPr>
              <a:t>Le tronc commun ①→②→③→⟲ ne change pas de structure — la piste agent IA (si retenue) se greffe sur ②/③ via la démarche en 5 phases déjà cadrée (§Modèles d'équipe), plutôt que d'être un chemin séparé à maintenir. Owner proposé (non tranché) : iap-operating-model-architect + iap-change-coach sur le volet humain.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1700">
                <a:solidFill>
                  <a:srgbClr val="B8860B"/>
                </a:solidFill>
              </a:rPr>
              <a:t>TRAJECTOIRE   ·   </a:t>
            </a:r>
            <a:r>
              <a:rPr b="1" sz="1700">
                <a:solidFill>
                  <a:srgbClr val="0E2356"/>
                </a:solidFill>
              </a:rPr>
              <a:t>Livrables PPT par étape — brainstorm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2356" y="1051560"/>
            <a:ext cx="7804404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800" b="0" i="1">
                <a:solidFill>
                  <a:srgbClr val="586586"/>
                </a:solidFill>
              </a:rPr>
              <a:t>iap-deck-builder est cadré comme un seul deck modulaire 16 sections, produit une fois à la Restitution — la trajectoire ci-avant implique plusieurs publics et moments de décision distincts. Piste : un profil de sections par étape, pas 4 générateurs séparés.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2356" y="1508760"/>
            <a:ext cx="1813941" cy="3474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2356" y="1508760"/>
            <a:ext cx="64008" cy="3474720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08660" y="163677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8660" y="16367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" y="1636776"/>
            <a:ext cx="1137285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2C5CC5"/>
                </a:solidFill>
              </a:rPr>
              <a:t>Assessment flash</a:t>
            </a:r>
          </a:p>
        </p:txBody>
      </p:sp>
      <p:sp>
        <p:nvSpPr>
          <p:cNvPr id="9" name="Rectangle 8"/>
          <p:cNvSpPr/>
          <p:nvPr/>
        </p:nvSpPr>
        <p:spPr>
          <a:xfrm>
            <a:off x="708660" y="2039112"/>
            <a:ext cx="1521333" cy="10972"/>
          </a:xfrm>
          <a:prstGeom prst="rect">
            <a:avLst/>
          </a:prstGeom>
          <a:solidFill>
            <a:srgbClr val="CF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8660" y="2112264"/>
            <a:ext cx="1521333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700" b="0" i="1">
                <a:solidFill>
                  <a:srgbClr val="586586"/>
                </a:solidFill>
              </a:rPr>
              <a:t>Sponsor, comité de lancement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" y="2350008"/>
            <a:ext cx="1521333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700" b="1" i="0">
                <a:solidFill>
                  <a:srgbClr val="0E2356"/>
                </a:solidFill>
              </a:rPr>
              <a:t>LIVRABLES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1" i="0">
                <a:solidFill>
                  <a:srgbClr val="0E2356"/>
                </a:solidFill>
              </a:rPr>
              <a:t>Deck exécutif de restitution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" y="2935224"/>
            <a:ext cx="1521333" cy="19385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700" b="0" i="0">
                <a:solidFill>
                  <a:srgbClr val="586586"/>
                </a:solidFill>
              </a:rPr>
              <a:t>(déjà cadré) GlobalSynthesis, RecommendationAxis, radar T0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59177" y="1508760"/>
            <a:ext cx="1813941" cy="3474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559177" y="1508760"/>
            <a:ext cx="64008" cy="347472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705481" y="163677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05481" y="16367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89529" y="1636776"/>
            <a:ext cx="1137285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B8860B"/>
                </a:solidFill>
              </a:rPr>
              <a:t>Premier déploiement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05481" y="2039112"/>
            <a:ext cx="1521333" cy="10972"/>
          </a:xfrm>
          <a:prstGeom prst="rect">
            <a:avLst/>
          </a:prstGeom>
          <a:solidFill>
            <a:srgbClr val="CF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05481" y="2112264"/>
            <a:ext cx="1521333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700" b="0" i="1">
                <a:solidFill>
                  <a:srgbClr val="586586"/>
                </a:solidFill>
              </a:rPr>
              <a:t>Équipes pilotes + management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05481" y="2350008"/>
            <a:ext cx="1521333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700" b="1" i="0">
                <a:solidFill>
                  <a:srgbClr val="0E2356"/>
                </a:solidFill>
              </a:rPr>
              <a:t>LIVRABLES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1" i="0">
                <a:solidFill>
                  <a:srgbClr val="0E2356"/>
                </a:solidFill>
              </a:rPr>
              <a:t>Deck de plan de déploiement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05481" y="2935224"/>
            <a:ext cx="1521333" cy="19385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700" b="0" i="0">
                <a:solidFill>
                  <a:srgbClr val="586586"/>
                </a:solidFill>
              </a:rPr>
              <a:t>(nouveau) Cible TOM détaillée, backlog Coach/Délégué, mandat agent IA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55998" y="1508760"/>
            <a:ext cx="1813941" cy="3474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55998" y="1508760"/>
            <a:ext cx="64008" cy="3474720"/>
          </a:xfrm>
          <a:prstGeom prst="roundRect">
            <a:avLst>
              <a:gd name="adj" fmla="val 50000"/>
            </a:avLst>
          </a:prstGeom>
          <a:solidFill>
            <a:srgbClr val="1E6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702302" y="163677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1E6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2302" y="16367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86350" y="1636776"/>
            <a:ext cx="1137285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E6B34"/>
                </a:solidFill>
              </a:rPr>
              <a:t>Implémentation itérative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02302" y="2039112"/>
            <a:ext cx="1521333" cy="10972"/>
          </a:xfrm>
          <a:prstGeom prst="rect">
            <a:avLst/>
          </a:prstGeom>
          <a:solidFill>
            <a:srgbClr val="CF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2302" y="2112264"/>
            <a:ext cx="1521333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700" b="0" i="1">
                <a:solidFill>
                  <a:srgbClr val="586586"/>
                </a:solidFill>
              </a:rPr>
              <a:t>Instance de comitologie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2302" y="2350008"/>
            <a:ext cx="1521333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700" b="1" i="0">
                <a:solidFill>
                  <a:srgbClr val="0E2356"/>
                </a:solidFill>
              </a:rPr>
              <a:t>LIVRABLES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1" i="0">
                <a:solidFill>
                  <a:srgbClr val="0E2356"/>
                </a:solidFill>
              </a:rPr>
              <a:t>Deck de comité de pilotage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02302" y="2935224"/>
            <a:ext cx="1521333" cy="19385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700" b="0" i="0">
                <a:solidFill>
                  <a:srgbClr val="586586"/>
                </a:solidFill>
              </a:rPr>
              <a:t>(nouveau, périodique) Avancement backlog, delta KPIs, risques actifs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52819" y="1508760"/>
            <a:ext cx="1813941" cy="3474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552819" y="1508760"/>
            <a:ext cx="64008" cy="347472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699123" y="163677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99123" y="16367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83171" y="1636776"/>
            <a:ext cx="1137285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B3261E"/>
                </a:solidFill>
              </a:rPr>
              <a:t>Boucle de réévaluation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99123" y="2039112"/>
            <a:ext cx="1521333" cy="10972"/>
          </a:xfrm>
          <a:prstGeom prst="rect">
            <a:avLst/>
          </a:prstGeom>
          <a:solidFill>
            <a:srgbClr val="CF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99123" y="2112264"/>
            <a:ext cx="1521333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700" b="0" i="1">
                <a:solidFill>
                  <a:srgbClr val="586586"/>
                </a:solidFill>
              </a:rPr>
              <a:t>Sponsor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99123" y="2350008"/>
            <a:ext cx="1521333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700" b="1" i="0">
                <a:solidFill>
                  <a:srgbClr val="0E2356"/>
                </a:solidFill>
              </a:rPr>
              <a:t>LIVRABLES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1" i="0">
                <a:solidFill>
                  <a:srgbClr val="0E2356"/>
                </a:solidFill>
              </a:rPr>
              <a:t>Deck de bilan / ré-évaluation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99123" y="2935224"/>
            <a:ext cx="1521333" cy="19385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700" b="0" i="0">
                <a:solidFill>
                  <a:srgbClr val="586586"/>
                </a:solidFill>
              </a:rPr>
              <a:t>(nouveau) Delta maturité T0→T+6-12, REX consolidé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1600">
                <a:solidFill>
                  <a:srgbClr val="B8860B"/>
                </a:solidFill>
              </a:rPr>
              <a:t>TRAJECTOIRE   ·   </a:t>
            </a:r>
            <a:r>
              <a:rPr b="1" sz="1600">
                <a:solidFill>
                  <a:srgbClr val="0E2356"/>
                </a:solidFill>
              </a:rPr>
              <a:t>Trois niveaux d'ambition, pas un spectre linéaire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2356" y="1463039"/>
            <a:ext cx="247954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2356" y="1463039"/>
            <a:ext cx="64008" cy="1691640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5236" y="1600199"/>
            <a:ext cx="2113788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 i="0">
                <a:solidFill>
                  <a:srgbClr val="2C5CC5"/>
                </a:solidFill>
              </a:rPr>
              <a:t>A · Aide au coach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5236" y="1965960"/>
            <a:ext cx="2113788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0E2356"/>
                </a:solidFill>
              </a:rPr>
              <a:t>Génère un livrable à la demande — aucune initiative propre. Le consultant pilote à 100 %.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" y="2834639"/>
            <a:ext cx="211378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586586"/>
                </a:solidFill>
              </a:rPr>
              <a:t>État actuel du cadrage (MVP0–MVP5)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24783" y="1463039"/>
            <a:ext cx="247954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24783" y="1463039"/>
            <a:ext cx="64008" cy="169164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7664" y="1600199"/>
            <a:ext cx="2113788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 i="0">
                <a:solidFill>
                  <a:srgbClr val="B8860B"/>
                </a:solidFill>
              </a:rPr>
              <a:t>B · Assistant interactif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7664" y="1965960"/>
            <a:ext cx="2113788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0E2356"/>
                </a:solidFill>
              </a:rPr>
              <a:t>Guide pas à pas, pose des questions de clarification, signale les incohérences.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7664" y="2834639"/>
            <a:ext cx="211378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586586"/>
                </a:solidFill>
              </a:rPr>
              <a:t>Palier intermédiaire, entre MVP5 et MVP6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87212" y="1463039"/>
            <a:ext cx="247954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887212" y="1463039"/>
            <a:ext cx="64008" cy="1691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0092" y="1600199"/>
            <a:ext cx="2113788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 i="0">
                <a:solidFill>
                  <a:srgbClr val="B3261E"/>
                </a:solidFill>
              </a:rPr>
              <a:t>C · Companion connecté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0092" y="1965960"/>
            <a:ext cx="2113788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0E2356"/>
                </a:solidFill>
              </a:rPr>
              <a:t>Connecté en direct à ServiceNow/Jira/Confluence/Datadog/CMDB/FinOps, quasi autonome.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70092" y="2834639"/>
            <a:ext cx="211378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586586"/>
                </a:solidFill>
              </a:rPr>
              <a:t>= MVP6, non engagé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" y="3319272"/>
            <a:ext cx="7804404" cy="16642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800" b="0" i="1">
                <a:solidFill>
                  <a:srgbClr val="586586"/>
                </a:solidFill>
              </a:rPr>
              <a:t>Monter de A à C n'est pas qu'une question de fonctionnalités : le niveau C suppose un accès direct aux données de production du client — risque sécurité/confidentialité d'un tout autre ordre. Un cabinet peut durablement rester au niveau A ou B par choix de gouvernance, pas seulement par contrainte technique transitoire.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1700">
                <a:solidFill>
                  <a:srgbClr val="B8860B"/>
                </a:solidFill>
              </a:rPr>
              <a:t>TRAJECTOIRE   ·   </a:t>
            </a:r>
            <a:r>
              <a:rPr b="1" sz="1700">
                <a:solidFill>
                  <a:srgbClr val="0E2356"/>
                </a:solidFill>
              </a:rPr>
              <a:t>Trois familles de KPIs, à ne jamais confondre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2356" y="1051560"/>
            <a:ext cx="2479548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2356" y="1051560"/>
            <a:ext cx="64008" cy="3931920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6947" y="1197863"/>
            <a:ext cx="2150364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2C5CC5"/>
                </a:solidFill>
              </a:rPr>
              <a:t>KPIs de mission</a:t>
            </a:r>
          </a:p>
          <a:p>
            <a:pPr algn="l">
              <a:spcBef>
                <a:spcPts val="200"/>
              </a:spcBef>
            </a:pPr>
            <a:r>
              <a:rPr sz="800" b="0" i="1">
                <a:solidFill>
                  <a:srgbClr val="586586"/>
                </a:solidFill>
              </a:rPr>
              <a:t>Côté client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6947" y="1783080"/>
            <a:ext cx="2150364" cy="3063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Gaspillage traité (capacité RUN récupérée)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Adoption produit (self-service)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Fiabilité &amp; coût (MTTR, coût/capacité)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Gouvernance IA (supervision, incidents)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Maturité (delta par pilier, T0→réévaluation)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24783" y="1051560"/>
            <a:ext cx="2479548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224783" y="1051560"/>
            <a:ext cx="64008" cy="3931920"/>
          </a:xfrm>
          <a:prstGeom prst="roundRect">
            <a:avLst>
              <a:gd name="adj" fmla="val 50000"/>
            </a:avLst>
          </a:prstGeom>
          <a:solidFill>
            <a:srgbClr val="1E6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9376" y="1197863"/>
            <a:ext cx="2150364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1E6B34"/>
                </a:solidFill>
              </a:rPr>
              <a:t>KPIs d'usage du module</a:t>
            </a:r>
          </a:p>
          <a:p>
            <a:pPr algn="l">
              <a:spcBef>
                <a:spcPts val="200"/>
              </a:spcBef>
            </a:pPr>
            <a:r>
              <a:rPr sz="800" b="0" i="1">
                <a:solidFill>
                  <a:srgbClr val="586586"/>
                </a:solidFill>
              </a:rPr>
              <a:t>Côté cabinet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9376" y="1783080"/>
            <a:ext cx="2150364" cy="3063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Accélération (temps pour un cadrage flash)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Réutilisation (templates vs ad hoc)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Cohérence (écarts détectés par risk-reviewer)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Capitalisation (REX ajoutés)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Adoption interne (consultants, missions)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87212" y="1051560"/>
            <a:ext cx="2479548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87212" y="1051560"/>
            <a:ext cx="64008" cy="393192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51804" y="1197863"/>
            <a:ext cx="2150364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B8860B"/>
                </a:solidFill>
              </a:rPr>
              <a:t>Grille de maturité</a:t>
            </a:r>
          </a:p>
          <a:p>
            <a:pPr algn="l">
              <a:spcBef>
                <a:spcPts val="200"/>
              </a:spcBef>
            </a:pPr>
            <a:r>
              <a:rPr sz="800" b="0" i="1">
                <a:solidFill>
                  <a:srgbClr val="586586"/>
                </a:solidFill>
              </a:rPr>
              <a:t>Progression dans le temps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1804" y="1783080"/>
            <a:ext cx="2150364" cy="3063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Delta par pilier (Excellence Tech., Agilité, IA/Agentic)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Re-assessment T+6–12 mois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Score de priorisation ≠ KPI de résultat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6 - OCTO">
  <a:themeElements>
    <a:clrScheme name="Custom">
      <a:dk1>
        <a:srgbClr val="0E2356"/>
      </a:dk1>
      <a:lt1>
        <a:srgbClr val="FFFFFF"/>
      </a:lt1>
      <a:dk2>
        <a:srgbClr val="3E4F78"/>
      </a:dk2>
      <a:lt2>
        <a:srgbClr val="586586"/>
      </a:lt2>
      <a:accent1>
        <a:srgbClr val="6E7B9A"/>
      </a:accent1>
      <a:accent2>
        <a:srgbClr val="9FA7BB"/>
      </a:accent2>
      <a:accent3>
        <a:srgbClr val="00D2DD"/>
      </a:accent3>
      <a:accent4>
        <a:srgbClr val="B7BDCC"/>
      </a:accent4>
      <a:accent5>
        <a:srgbClr val="CFD3DD"/>
      </a:accent5>
      <a:accent6>
        <a:srgbClr val="E7E9EE"/>
      </a:accent6>
      <a:hlink>
        <a:srgbClr val="33B5CB"/>
      </a:hlink>
      <a:folHlink>
        <a:srgbClr val="33B5C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Custom">
      <a:dk1>
        <a:srgbClr val="0E2356"/>
      </a:dk1>
      <a:lt1>
        <a:srgbClr val="FFFFFF"/>
      </a:lt1>
      <a:dk2>
        <a:srgbClr val="566589"/>
      </a:dk2>
      <a:lt2>
        <a:srgbClr val="8691AA"/>
      </a:lt2>
      <a:accent1>
        <a:srgbClr val="B7BDCC"/>
      </a:accent1>
      <a:accent2>
        <a:srgbClr val="ECEDF3"/>
      </a:accent2>
      <a:accent3>
        <a:srgbClr val="DDF4F8"/>
      </a:accent3>
      <a:accent4>
        <a:srgbClr val="B6E8F0"/>
      </a:accent4>
      <a:accent5>
        <a:srgbClr val="80D7E5"/>
      </a:accent5>
      <a:accent6>
        <a:srgbClr val="00AFCB"/>
      </a:accent6>
      <a:hlink>
        <a:srgbClr val="26BBD3"/>
      </a:hlink>
      <a:folHlink>
        <a:srgbClr val="26BB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429</Words>
  <Application>Microsoft Office PowerPoint</Application>
  <PresentationFormat>On-screen Show (16:9)</PresentationFormat>
  <Paragraphs>76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Arial</vt:lpstr>
      <vt:lpstr>Outfit Light</vt:lpstr>
      <vt:lpstr>Century Gothic</vt:lpstr>
      <vt:lpstr>Helvetica Neue Light</vt:lpstr>
      <vt:lpstr>Outfit</vt:lpstr>
      <vt:lpstr>Outfit Medium</vt:lpstr>
      <vt:lpstr>Outfit SemiBold</vt:lpstr>
      <vt:lpstr>2026 - OCTO</vt:lpstr>
      <vt:lpstr>OCTO Technology</vt:lpstr>
      <vt:lpstr>Sommaire</vt:lpstr>
      <vt:lpstr>Contexte</vt:lpstr>
      <vt:lpstr>xxx</vt:lpstr>
      <vt:lpstr>Notre approche</vt:lpstr>
      <vt:lpstr>Notre approche </vt:lpstr>
      <vt:lpstr>Une approche contextualisée pour un premier déploiement aligné </vt:lpstr>
      <vt:lpstr>Planning des interventions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Camus, Claude</cp:lastModifiedBy>
  <cp:revision>1</cp:revision>
  <dcterms:modified xsi:type="dcterms:W3CDTF">2026-06-19T16:03:54Z</dcterms:modified>
</cp:coreProperties>
</file>