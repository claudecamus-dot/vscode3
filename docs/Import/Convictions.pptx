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notesSlides/notesSlide3.xml" ContentType="application/vnd.openxmlformats-officedocument.presentationml.notesSlide+xml"/>
  <Override PartName="/ppt/comments/comment2.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3.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59" r:id="rId1"/>
  </p:sldMasterIdLst>
  <p:notesMasterIdLst>
    <p:notesMasterId r:id="rId7"/>
  </p:notesMasterIdLst>
  <p:sldIdLst>
    <p:sldId id="261" r:id="rId2"/>
    <p:sldId id="263" r:id="rId3"/>
    <p:sldId id="264" r:id="rId4"/>
    <p:sldId id="265" r:id="rId5"/>
    <p:sldId id="279" r:id="rId6"/>
  </p:sldIdLst>
  <p:sldSz cx="9144000" cy="5143500" type="screen16x9"/>
  <p:notesSz cx="6858000" cy="9144000"/>
  <p:embeddedFontLst>
    <p:embeddedFont>
      <p:font typeface="Century Gothic" panose="020B0502020202020204" pitchFamily="34" charset="0"/>
      <p:regular r:id="rId8"/>
      <p:bold r:id="rId9"/>
      <p:italic r:id="rId10"/>
      <p:boldItalic r:id="rId11"/>
    </p:embeddedFont>
    <p:embeddedFont>
      <p:font typeface="Helvetica Neue" panose="020B0604020202020204" charset="0"/>
      <p:bold r:id="rId12"/>
      <p:boldItalic r:id="rId13"/>
    </p:embeddedFont>
    <p:embeddedFont>
      <p:font typeface="Outfit" pitchFamily="2" charset="0"/>
      <p:regular r:id="rId14"/>
      <p:bold r:id="rId15"/>
    </p:embeddedFont>
    <p:embeddedFont>
      <p:font typeface="Outfit Light" pitchFamily="2" charset="0"/>
      <p:regular r:id="rId16"/>
      <p:bold r:id="rId17"/>
    </p:embeddedFont>
    <p:embeddedFont>
      <p:font typeface="Outfit Medium" pitchFamily="2" charset="0"/>
      <p:regular r:id="rId18"/>
      <p:bold r:id="rId19"/>
    </p:embeddedFont>
    <p:embeddedFont>
      <p:font typeface="Outfit SemiBold" pitchFamily="2" charset="0"/>
      <p:regular r:id="rId20"/>
      <p:bold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86">
          <p15:clr>
            <a:srgbClr val="747775"/>
          </p15:clr>
        </p15:guide>
        <p15:guide id="2" orient="horz" pos="576">
          <p15:clr>
            <a:srgbClr val="747775"/>
          </p15:clr>
        </p15:guide>
        <p15:guide id="3" orient="horz" pos="645">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illes Masy" initials="" lastIdx="36" clrIdx="0"/>
  <p:cmAuthor id="1" name="Nicolas Beaufils" initials="" lastIdx="5" clrIdx="1"/>
  <p:cmAuthor id="2" name="Lucie Quach" initials="" lastIdx="2"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386"/>
        <p:guide orient="horz" pos="576"/>
        <p:guide orient="horz" pos="645"/>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18" Type="http://schemas.openxmlformats.org/officeDocument/2006/relationships/font" Target="fonts/font11.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4.fntdata"/><Relationship Id="rId7" Type="http://schemas.openxmlformats.org/officeDocument/2006/relationships/notesMaster" Target="notesMasters/notesMaster1.xml"/><Relationship Id="rId12" Type="http://schemas.openxmlformats.org/officeDocument/2006/relationships/font" Target="fonts/font5.fntdata"/><Relationship Id="rId17" Type="http://schemas.openxmlformats.org/officeDocument/2006/relationships/font" Target="fonts/font10.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9.fntdata"/><Relationship Id="rId20"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8.fntdata"/><Relationship Id="rId23" Type="http://schemas.openxmlformats.org/officeDocument/2006/relationships/presProps" Target="presProps.xml"/><Relationship Id="rId10" Type="http://schemas.openxmlformats.org/officeDocument/2006/relationships/font" Target="fonts/font3.fntdata"/><Relationship Id="rId19"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font" Target="fonts/font7.fntdata"/><Relationship Id="rId22" Type="http://schemas.openxmlformats.org/officeDocument/2006/relationships/commentAuthors" Target="commentAuthors.xml"/></Relationships>
</file>

<file path=ppt/comments/comment1.xml><?xml version="1.0" encoding="utf-8"?>
<p:cmLst xmlns:a="http://schemas.openxmlformats.org/drawingml/2006/main" xmlns:r="http://schemas.openxmlformats.org/officeDocument/2006/relationships" xmlns:p="http://schemas.openxmlformats.org/presentationml/2006/main">
  <p:cm authorId="0" dt="2024-06-03T12:20:12.836" idx="9">
    <p:pos x="6000" y="0"/>
    <p:text>@lucie.quach@octo.com</p:text>
  </p:cm>
</p:cmLst>
</file>

<file path=ppt/comments/comment2.xml><?xml version="1.0" encoding="utf-8"?>
<p:cmLst xmlns:a="http://schemas.openxmlformats.org/drawingml/2006/main" xmlns:r="http://schemas.openxmlformats.org/officeDocument/2006/relationships" xmlns:p="http://schemas.openxmlformats.org/presentationml/2006/main">
  <p:cm authorId="0" dt="2024-06-03T12:20:16.478" idx="10">
    <p:pos x="6000" y="0"/>
    <p:text>@lucie.quach@octo.com</p:text>
  </p:cm>
  <p:cm authorId="2" dt="2024-06-04T13:29:05.302" idx="2">
    <p:pos x="6000" y="100"/>
    <p:text>No 4 - @jeremie.bohbot@octo.com faut voir avec @benedicte.taillebois@octo.com pour l'articulation avec existant et produit
_Assigned to Jeremie Bohbot_</p:text>
  </p:cm>
</p:cmLst>
</file>

<file path=ppt/comments/comment3.xml><?xml version="1.0" encoding="utf-8"?>
<p:cmLst xmlns:a="http://schemas.openxmlformats.org/drawingml/2006/main" xmlns:r="http://schemas.openxmlformats.org/officeDocument/2006/relationships" xmlns:p="http://schemas.openxmlformats.org/presentationml/2006/main">
  <p:cm authorId="0" dt="2024-06-03T12:56:48.489" idx="33">
    <p:pos x="6000" y="0"/>
    <p:text>@nicolas.beaufils@octo.com</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0"/>
        <p:cNvGrpSpPr/>
        <p:nvPr/>
      </p:nvGrpSpPr>
      <p:grpSpPr>
        <a:xfrm>
          <a:off x="0" y="0"/>
          <a:ext cx="0" cy="0"/>
          <a:chOff x="0" y="0"/>
          <a:chExt cx="0" cy="0"/>
        </a:xfrm>
      </p:grpSpPr>
      <p:sp>
        <p:nvSpPr>
          <p:cNvPr id="1491" name="Google Shape;1491;g2dee6bba992_0_7766:notes"/>
          <p:cNvSpPr txBox="1">
            <a:spLocks noGrp="1"/>
          </p:cNvSpPr>
          <p:nvPr>
            <p:ph type="body" idx="1"/>
          </p:nvPr>
        </p:nvSpPr>
        <p:spPr>
          <a:xfrm>
            <a:off x="336884" y="4752473"/>
            <a:ext cx="6184200" cy="362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2" name="Google Shape;1492;g2dee6bba992_0_7766:notes"/>
          <p:cNvSpPr>
            <a:spLocks noGrp="1" noRot="1" noChangeAspect="1"/>
          </p:cNvSpPr>
          <p:nvPr>
            <p:ph type="sldImg" idx="2"/>
          </p:nvPr>
        </p:nvSpPr>
        <p:spPr>
          <a:xfrm>
            <a:off x="336550" y="1093788"/>
            <a:ext cx="6184900" cy="3478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8"/>
        <p:cNvGrpSpPr/>
        <p:nvPr/>
      </p:nvGrpSpPr>
      <p:grpSpPr>
        <a:xfrm>
          <a:off x="0" y="0"/>
          <a:ext cx="0" cy="0"/>
          <a:chOff x="0" y="0"/>
          <a:chExt cx="0" cy="0"/>
        </a:xfrm>
      </p:grpSpPr>
      <p:sp>
        <p:nvSpPr>
          <p:cNvPr id="1619" name="Google Shape;1619;g2e14b269ac1_2_220:notes"/>
          <p:cNvSpPr txBox="1">
            <a:spLocks noGrp="1"/>
          </p:cNvSpPr>
          <p:nvPr>
            <p:ph type="body" idx="1"/>
          </p:nvPr>
        </p:nvSpPr>
        <p:spPr>
          <a:xfrm>
            <a:off x="336884" y="4752473"/>
            <a:ext cx="6184200" cy="362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0" name="Google Shape;1620;g2e14b269ac1_2_220:notes"/>
          <p:cNvSpPr>
            <a:spLocks noGrp="1" noRot="1" noChangeAspect="1"/>
          </p:cNvSpPr>
          <p:nvPr>
            <p:ph type="sldImg" idx="2"/>
          </p:nvPr>
        </p:nvSpPr>
        <p:spPr>
          <a:xfrm>
            <a:off x="336550" y="1093788"/>
            <a:ext cx="6184900" cy="3478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2"/>
        <p:cNvGrpSpPr/>
        <p:nvPr/>
      </p:nvGrpSpPr>
      <p:grpSpPr>
        <a:xfrm>
          <a:off x="0" y="0"/>
          <a:ext cx="0" cy="0"/>
          <a:chOff x="0" y="0"/>
          <a:chExt cx="0" cy="0"/>
        </a:xfrm>
      </p:grpSpPr>
      <p:sp>
        <p:nvSpPr>
          <p:cNvPr id="1643" name="Google Shape;1643;g2e14b269ac1_2_273:notes"/>
          <p:cNvSpPr txBox="1">
            <a:spLocks noGrp="1"/>
          </p:cNvSpPr>
          <p:nvPr>
            <p:ph type="body" idx="1"/>
          </p:nvPr>
        </p:nvSpPr>
        <p:spPr>
          <a:xfrm>
            <a:off x="336884" y="4752473"/>
            <a:ext cx="6184200" cy="3624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4" name="Google Shape;1644;g2e14b269ac1_2_273:notes"/>
          <p:cNvSpPr>
            <a:spLocks noGrp="1" noRot="1" noChangeAspect="1"/>
          </p:cNvSpPr>
          <p:nvPr>
            <p:ph type="sldImg" idx="2"/>
          </p:nvPr>
        </p:nvSpPr>
        <p:spPr>
          <a:xfrm>
            <a:off x="336550" y="1093788"/>
            <a:ext cx="6184900" cy="34782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5"/>
        <p:cNvGrpSpPr/>
        <p:nvPr/>
      </p:nvGrpSpPr>
      <p:grpSpPr>
        <a:xfrm>
          <a:off x="0" y="0"/>
          <a:ext cx="0" cy="0"/>
          <a:chOff x="0" y="0"/>
          <a:chExt cx="0" cy="0"/>
        </a:xfrm>
      </p:grpSpPr>
      <p:sp>
        <p:nvSpPr>
          <p:cNvPr id="1666" name="Google Shape;1666;g2e14b269ac1_1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7" name="Google Shape;1667;g2e14b269ac1_1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6"/>
        <p:cNvGrpSpPr/>
        <p:nvPr/>
      </p:nvGrpSpPr>
      <p:grpSpPr>
        <a:xfrm>
          <a:off x="0" y="0"/>
          <a:ext cx="0" cy="0"/>
          <a:chOff x="0" y="0"/>
          <a:chExt cx="0" cy="0"/>
        </a:xfrm>
      </p:grpSpPr>
      <p:sp>
        <p:nvSpPr>
          <p:cNvPr id="2197" name="Google Shape;2197;g2e1b3c473ba_0_9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8" name="Google Shape;2198;g2e1b3c473ba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2 - Titre et contenu">
  <p:cSld name="02 - Titre et contenu">
    <p:spTree>
      <p:nvGrpSpPr>
        <p:cNvPr id="1" name="Shape 55"/>
        <p:cNvGrpSpPr/>
        <p:nvPr/>
      </p:nvGrpSpPr>
      <p:grpSpPr>
        <a:xfrm>
          <a:off x="0" y="0"/>
          <a:ext cx="0" cy="0"/>
          <a:chOff x="0" y="0"/>
          <a:chExt cx="0" cy="0"/>
        </a:xfrm>
      </p:grpSpPr>
      <p:sp>
        <p:nvSpPr>
          <p:cNvPr id="56" name="Google Shape;56;p5"/>
          <p:cNvSpPr txBox="1">
            <a:spLocks noGrp="1"/>
          </p:cNvSpPr>
          <p:nvPr>
            <p:ph type="body" idx="1"/>
          </p:nvPr>
        </p:nvSpPr>
        <p:spPr>
          <a:xfrm>
            <a:off x="578425" y="1273175"/>
            <a:ext cx="8019000" cy="3591000"/>
          </a:xfrm>
          <a:prstGeom prst="rect">
            <a:avLst/>
          </a:prstGeom>
          <a:noFill/>
          <a:ln>
            <a:noFill/>
          </a:ln>
        </p:spPr>
        <p:txBody>
          <a:bodyPr spcFirstLastPara="1" wrap="square" lIns="91425"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57" name="Google Shape;57;p5"/>
          <p:cNvSpPr txBox="1">
            <a:spLocks noGrp="1"/>
          </p:cNvSpPr>
          <p:nvPr>
            <p:ph type="title"/>
          </p:nvPr>
        </p:nvSpPr>
        <p:spPr>
          <a:xfrm>
            <a:off x="562500"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1" i="0" u="none" strike="noStrike" cap="none">
                <a:solidFill>
                  <a:srgbClr val="000000"/>
                </a:solidFill>
                <a:latin typeface="Outfit"/>
                <a:ea typeface="Outfit"/>
                <a:cs typeface="Outfit"/>
                <a:sym typeface="Outfi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3 - Titre et sous-titre">
  <p:cSld name="03 - Titre et sous-titre">
    <p:spTree>
      <p:nvGrpSpPr>
        <p:cNvPr id="1" name="Shape 58"/>
        <p:cNvGrpSpPr/>
        <p:nvPr/>
      </p:nvGrpSpPr>
      <p:grpSpPr>
        <a:xfrm>
          <a:off x="0" y="0"/>
          <a:ext cx="0" cy="0"/>
          <a:chOff x="0" y="0"/>
          <a:chExt cx="0" cy="0"/>
        </a:xfrm>
      </p:grpSpPr>
      <p:sp>
        <p:nvSpPr>
          <p:cNvPr id="59" name="Google Shape;59;p6"/>
          <p:cNvSpPr txBox="1">
            <a:spLocks noGrp="1"/>
          </p:cNvSpPr>
          <p:nvPr>
            <p:ph type="subTitle" idx="1"/>
          </p:nvPr>
        </p:nvSpPr>
        <p:spPr>
          <a:xfrm>
            <a:off x="571500" y="779171"/>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60" name="Google Shape;60;p6"/>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4 - Titre seul">
  <p:cSld name="04 - Titre seul">
    <p:spTree>
      <p:nvGrpSpPr>
        <p:cNvPr id="1" name="Shape 61"/>
        <p:cNvGrpSpPr/>
        <p:nvPr/>
      </p:nvGrpSpPr>
      <p:grpSpPr>
        <a:xfrm>
          <a:off x="0" y="0"/>
          <a:ext cx="0" cy="0"/>
          <a:chOff x="0" y="0"/>
          <a:chExt cx="0" cy="0"/>
        </a:xfrm>
      </p:grpSpPr>
      <p:sp>
        <p:nvSpPr>
          <p:cNvPr id="62" name="Google Shape;62;p7"/>
          <p:cNvSpPr txBox="1">
            <a:spLocks noGrp="1"/>
          </p:cNvSpPr>
          <p:nvPr>
            <p:ph type="title"/>
          </p:nvPr>
        </p:nvSpPr>
        <p:spPr>
          <a:xfrm>
            <a:off x="562500"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5 - Focus">
  <p:cSld name="05 - Focus">
    <p:bg>
      <p:bgPr>
        <a:solidFill>
          <a:schemeClr val="dk2"/>
        </a:solidFill>
        <a:effectLst/>
      </p:bgPr>
    </p:bg>
    <p:spTree>
      <p:nvGrpSpPr>
        <p:cNvPr id="1" name="Shape 63"/>
        <p:cNvGrpSpPr/>
        <p:nvPr/>
      </p:nvGrpSpPr>
      <p:grpSpPr>
        <a:xfrm>
          <a:off x="0" y="0"/>
          <a:ext cx="0" cy="0"/>
          <a:chOff x="0" y="0"/>
          <a:chExt cx="0" cy="0"/>
        </a:xfrm>
      </p:grpSpPr>
      <p:sp>
        <p:nvSpPr>
          <p:cNvPr id="64" name="Google Shape;64;p8"/>
          <p:cNvSpPr/>
          <p:nvPr/>
        </p:nvSpPr>
        <p:spPr>
          <a:xfrm>
            <a:off x="185625" y="210050"/>
            <a:ext cx="190500" cy="175800"/>
          </a:xfrm>
          <a:prstGeom prst="rect">
            <a:avLst/>
          </a:prstGeom>
          <a:solidFill>
            <a:schemeClr val="dk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5" name="Google Shape;65;p8"/>
          <p:cNvSpPr/>
          <p:nvPr/>
        </p:nvSpPr>
        <p:spPr>
          <a:xfrm>
            <a:off x="276300" y="292125"/>
            <a:ext cx="8591400" cy="4571700"/>
          </a:xfrm>
          <a:prstGeom prst="roundRect">
            <a:avLst>
              <a:gd name="adj" fmla="val 3551"/>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6" name="Google Shape;66;p8"/>
          <p:cNvSpPr/>
          <p:nvPr/>
        </p:nvSpPr>
        <p:spPr>
          <a:xfrm rot="-5400000">
            <a:off x="-1143306" y="34836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lt1"/>
                </a:solidFill>
                <a:latin typeface="Outfit Medium"/>
                <a:ea typeface="Outfit Medium"/>
                <a:cs typeface="Outfit Medium"/>
                <a:sym typeface="Outfit Medium"/>
              </a:rPr>
              <a:t>OCTO I PART OF ACCENTURE</a:t>
            </a:r>
            <a:r>
              <a:rPr lang="en" sz="500" b="0" i="0" u="none" strike="noStrike" cap="none">
                <a:solidFill>
                  <a:schemeClr val="lt1"/>
                </a:solidFill>
                <a:latin typeface="Outfit"/>
                <a:ea typeface="Outfit"/>
                <a:cs typeface="Outfit"/>
                <a:sym typeface="Outfit"/>
              </a:rPr>
              <a:t>© 202</a:t>
            </a:r>
            <a:r>
              <a:rPr lang="en" sz="500">
                <a:solidFill>
                  <a:schemeClr val="lt1"/>
                </a:solidFill>
                <a:latin typeface="Outfit"/>
                <a:ea typeface="Outfit"/>
                <a:cs typeface="Outfit"/>
                <a:sym typeface="Outfit"/>
              </a:rPr>
              <a:t>4</a:t>
            </a:r>
            <a:r>
              <a:rPr lang="en" sz="500" b="0" i="0" u="none" strike="noStrike" cap="none">
                <a:solidFill>
                  <a:schemeClr val="lt1"/>
                </a:solidFill>
                <a:latin typeface="Outfit"/>
                <a:ea typeface="Outfit"/>
                <a:cs typeface="Outfit"/>
                <a:sym typeface="Outfit"/>
              </a:rPr>
              <a:t> - All rights reserved</a:t>
            </a:r>
            <a:endParaRPr sz="500" b="0" i="0" u="none" strike="noStrike" cap="none">
              <a:solidFill>
                <a:schemeClr val="lt1"/>
              </a:solidFill>
              <a:latin typeface="Outfit Medium"/>
              <a:ea typeface="Outfit Medium"/>
              <a:cs typeface="Outfit Medium"/>
              <a:sym typeface="Outfit Medium"/>
            </a:endParaRPr>
          </a:p>
        </p:txBody>
      </p:sp>
      <p:sp>
        <p:nvSpPr>
          <p:cNvPr id="67" name="Google Shape;67;p8"/>
          <p:cNvSpPr txBox="1">
            <a:spLocks noGrp="1"/>
          </p:cNvSpPr>
          <p:nvPr>
            <p:ph type="subTitle" idx="1"/>
          </p:nvPr>
        </p:nvSpPr>
        <p:spPr>
          <a:xfrm>
            <a:off x="571500" y="778000"/>
            <a:ext cx="80037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68" name="Google Shape;68;p8"/>
          <p:cNvSpPr txBox="1">
            <a:spLocks noGrp="1"/>
          </p:cNvSpPr>
          <p:nvPr>
            <p:ph type="title"/>
          </p:nvPr>
        </p:nvSpPr>
        <p:spPr>
          <a:xfrm>
            <a:off x="563310" y="361279"/>
            <a:ext cx="80037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9pPr>
          </a:lstStyle>
          <a:p>
            <a:endParaRPr/>
          </a:p>
        </p:txBody>
      </p:sp>
      <p:sp>
        <p:nvSpPr>
          <p:cNvPr id="69" name="Google Shape;69;p8"/>
          <p:cNvSpPr txBox="1">
            <a:spLocks noGrp="1"/>
          </p:cNvSpPr>
          <p:nvPr>
            <p:ph type="body" idx="2"/>
          </p:nvPr>
        </p:nvSpPr>
        <p:spPr>
          <a:xfrm>
            <a:off x="571500" y="1273150"/>
            <a:ext cx="8032800" cy="3590700"/>
          </a:xfrm>
          <a:prstGeom prst="rect">
            <a:avLst/>
          </a:prstGeom>
          <a:noFill/>
          <a:ln>
            <a:noFill/>
          </a:ln>
        </p:spPr>
        <p:txBody>
          <a:bodyPr spcFirstLastPara="1" wrap="square" lIns="0" tIns="180000"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grpSp>
        <p:nvGrpSpPr>
          <p:cNvPr id="70" name="Google Shape;70;p8"/>
          <p:cNvGrpSpPr/>
          <p:nvPr/>
        </p:nvGrpSpPr>
        <p:grpSpPr>
          <a:xfrm>
            <a:off x="89501" y="125680"/>
            <a:ext cx="8793074" cy="4738970"/>
            <a:chOff x="89501" y="125680"/>
            <a:chExt cx="8793074" cy="4738970"/>
          </a:xfrm>
        </p:grpSpPr>
        <p:grpSp>
          <p:nvGrpSpPr>
            <p:cNvPr id="71" name="Google Shape;71;p8"/>
            <p:cNvGrpSpPr/>
            <p:nvPr/>
          </p:nvGrpSpPr>
          <p:grpSpPr>
            <a:xfrm>
              <a:off x="89501" y="125680"/>
              <a:ext cx="170063" cy="166438"/>
              <a:chOff x="6838242" y="518225"/>
              <a:chExt cx="1247708" cy="1221114"/>
            </a:xfrm>
          </p:grpSpPr>
          <p:sp>
            <p:nvSpPr>
              <p:cNvPr id="72" name="Google Shape;72;p8"/>
              <p:cNvSpPr/>
              <p:nvPr/>
            </p:nvSpPr>
            <p:spPr>
              <a:xfrm>
                <a:off x="7870550" y="518225"/>
                <a:ext cx="215400" cy="2154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73" name="Google Shape;73;p8"/>
              <p:cNvSpPr/>
              <p:nvPr/>
            </p:nvSpPr>
            <p:spPr>
              <a:xfrm>
                <a:off x="6838242" y="539639"/>
                <a:ext cx="1200000" cy="1199700"/>
              </a:xfrm>
              <a:prstGeom prst="donut">
                <a:avLst>
                  <a:gd name="adj" fmla="val 20918"/>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74" name="Google Shape;74;p8"/>
              <p:cNvSpPr/>
              <p:nvPr/>
            </p:nvSpPr>
            <p:spPr>
              <a:xfrm>
                <a:off x="7483200" y="906125"/>
                <a:ext cx="215400" cy="2154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75" name="Google Shape;75;p8"/>
            <p:cNvSpPr/>
            <p:nvPr/>
          </p:nvSpPr>
          <p:spPr>
            <a:xfrm>
              <a:off x="8441325" y="4438950"/>
              <a:ext cx="425700" cy="4257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76" name="Google Shape;76;p8"/>
            <p:cNvGrpSpPr/>
            <p:nvPr/>
          </p:nvGrpSpPr>
          <p:grpSpPr>
            <a:xfrm>
              <a:off x="8383075" y="4575725"/>
              <a:ext cx="499500" cy="228600"/>
              <a:chOff x="8383075" y="4575725"/>
              <a:chExt cx="499500" cy="228600"/>
            </a:xfrm>
          </p:grpSpPr>
          <p:sp>
            <p:nvSpPr>
              <p:cNvPr id="77" name="Google Shape;77;p8"/>
              <p:cNvSpPr txBox="1"/>
              <p:nvPr/>
            </p:nvSpPr>
            <p:spPr>
              <a:xfrm>
                <a:off x="8383075" y="45757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78" name="Google Shape;78;p8"/>
              <p:cNvCxnSpPr>
                <a:stCxn id="79" idx="2"/>
              </p:cNvCxnSpPr>
              <p:nvPr/>
            </p:nvCxnSpPr>
            <p:spPr>
              <a:xfrm>
                <a:off x="8599834" y="4788444"/>
                <a:ext cx="191400" cy="0"/>
              </a:xfrm>
              <a:prstGeom prst="straightConnector1">
                <a:avLst/>
              </a:prstGeom>
              <a:noFill/>
              <a:ln w="9525" cap="flat" cmpd="sng">
                <a:solidFill>
                  <a:srgbClr val="0E2356"/>
                </a:solidFill>
                <a:prstDash val="solid"/>
                <a:round/>
                <a:headEnd type="none" w="sm" len="sm"/>
                <a:tailEnd type="none" w="sm" len="sm"/>
              </a:ln>
            </p:spPr>
          </p:cxnSp>
          <p:sp>
            <p:nvSpPr>
              <p:cNvPr id="80" name="Google Shape;80;p8"/>
              <p:cNvSpPr/>
              <p:nvPr/>
            </p:nvSpPr>
            <p:spPr>
              <a:xfrm>
                <a:off x="8586528" y="45915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81" name="Google Shape;81;p8"/>
              <p:cNvCxnSpPr>
                <a:endCxn id="80" idx="2"/>
              </p:cNvCxnSpPr>
              <p:nvPr/>
            </p:nvCxnSpPr>
            <p:spPr>
              <a:xfrm rot="10800000">
                <a:off x="8787104" y="4694497"/>
                <a:ext cx="0" cy="98400"/>
              </a:xfrm>
              <a:prstGeom prst="straightConnector1">
                <a:avLst/>
              </a:prstGeom>
              <a:noFill/>
              <a:ln w="9525" cap="flat" cmpd="sng">
                <a:solidFill>
                  <a:srgbClr val="0E2356"/>
                </a:solidFill>
                <a:prstDash val="solid"/>
                <a:round/>
                <a:headEnd type="none" w="sm" len="sm"/>
                <a:tailEnd type="none" w="sm" len="sm"/>
              </a:ln>
            </p:spPr>
          </p:cxnSp>
          <p:sp>
            <p:nvSpPr>
              <p:cNvPr id="82" name="Google Shape;82;p8"/>
              <p:cNvSpPr/>
              <p:nvPr/>
            </p:nvSpPr>
            <p:spPr>
              <a:xfrm rot="-5400000">
                <a:off x="8499018" y="45938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79" name="Google Shape;79;p8"/>
              <p:cNvSpPr/>
              <p:nvPr/>
            </p:nvSpPr>
            <p:spPr>
              <a:xfrm rot="-5400000" flipH="1">
                <a:off x="8499018" y="45899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83" name="Google Shape;83;p8"/>
              <p:cNvCxnSpPr>
                <a:stCxn id="82" idx="2"/>
                <a:endCxn id="80" idx="0"/>
              </p:cNvCxnSpPr>
              <p:nvPr/>
            </p:nvCxnSpPr>
            <p:spPr>
              <a:xfrm>
                <a:off x="8599704" y="4591602"/>
                <a:ext cx="88500" cy="0"/>
              </a:xfrm>
              <a:prstGeom prst="straightConnector1">
                <a:avLst/>
              </a:prstGeom>
              <a:noFill/>
              <a:ln w="9525" cap="flat" cmpd="sng">
                <a:solidFill>
                  <a:srgbClr val="0E2356"/>
                </a:solidFill>
                <a:prstDash val="solid"/>
                <a:round/>
                <a:headEnd type="none" w="sm" len="sm"/>
                <a:tailEnd type="none" w="sm" len="sm"/>
              </a:ln>
            </p:spPr>
          </p:cxn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07 - Slide vide fond foncé">
  <p:cSld name="07 - Slide vide fond foncé">
    <p:bg>
      <p:bgPr>
        <a:solidFill>
          <a:schemeClr val="lt1"/>
        </a:solidFill>
        <a:effectLst/>
      </p:bgPr>
    </p:bg>
    <p:spTree>
      <p:nvGrpSpPr>
        <p:cNvPr id="1" name="Shape 84"/>
        <p:cNvGrpSpPr/>
        <p:nvPr/>
      </p:nvGrpSpPr>
      <p:grpSpPr>
        <a:xfrm>
          <a:off x="0" y="0"/>
          <a:ext cx="0" cy="0"/>
          <a:chOff x="0" y="0"/>
          <a:chExt cx="0" cy="0"/>
        </a:xfrm>
      </p:grpSpPr>
      <p:grpSp>
        <p:nvGrpSpPr>
          <p:cNvPr id="85" name="Google Shape;85;p9"/>
          <p:cNvGrpSpPr/>
          <p:nvPr/>
        </p:nvGrpSpPr>
        <p:grpSpPr>
          <a:xfrm>
            <a:off x="276301" y="292130"/>
            <a:ext cx="170063" cy="166438"/>
            <a:chOff x="6838242" y="518225"/>
            <a:chExt cx="1247708" cy="1221114"/>
          </a:xfrm>
        </p:grpSpPr>
        <p:sp>
          <p:nvSpPr>
            <p:cNvPr id="86" name="Google Shape;86;p9"/>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87" name="Google Shape;87;p9"/>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88" name="Google Shape;88;p9"/>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89" name="Google Shape;89;p9"/>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90" name="Google Shape;90;p9"/>
          <p:cNvCxnSpPr>
            <a:stCxn id="91"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92" name="Google Shape;92;p9"/>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93" name="Google Shape;93;p9"/>
          <p:cNvCxnSpPr>
            <a:endCxn id="92"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94" name="Google Shape;94;p9"/>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91" name="Google Shape;91;p9"/>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95" name="Google Shape;95;p9"/>
          <p:cNvCxnSpPr>
            <a:stCxn id="94" idx="2"/>
            <a:endCxn id="92"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96" name="Google Shape;96;p9"/>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
        <p:nvSpPr>
          <p:cNvPr id="97" name="Google Shape;97;p9"/>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41 - Couverture [2]">
  <p:cSld name="41 - Couverture [2]">
    <p:bg>
      <p:bgPr>
        <a:solidFill>
          <a:schemeClr val="dk1"/>
        </a:solidFill>
        <a:effectLst/>
      </p:bgPr>
    </p:bg>
    <p:spTree>
      <p:nvGrpSpPr>
        <p:cNvPr id="1" name="Shape 128"/>
        <p:cNvGrpSpPr/>
        <p:nvPr/>
      </p:nvGrpSpPr>
      <p:grpSpPr>
        <a:xfrm>
          <a:off x="0" y="0"/>
          <a:ext cx="0" cy="0"/>
          <a:chOff x="0" y="0"/>
          <a:chExt cx="0" cy="0"/>
        </a:xfrm>
      </p:grpSpPr>
      <p:sp>
        <p:nvSpPr>
          <p:cNvPr id="129" name="Google Shape;129;p11"/>
          <p:cNvSpPr txBox="1">
            <a:spLocks noGrp="1"/>
          </p:cNvSpPr>
          <p:nvPr>
            <p:ph type="title"/>
          </p:nvPr>
        </p:nvSpPr>
        <p:spPr>
          <a:xfrm>
            <a:off x="2717000" y="1879350"/>
            <a:ext cx="3635400" cy="7743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2000"/>
              <a:buFont typeface="Outfit Medium"/>
              <a:buNone/>
              <a:defRPr sz="2000" i="0" u="none" strike="noStrike" cap="none">
                <a:solidFill>
                  <a:schemeClr val="lt1"/>
                </a:solidFill>
                <a:latin typeface="Outfit Medium"/>
                <a:ea typeface="Outfit Medium"/>
                <a:cs typeface="Outfit Medium"/>
                <a:sym typeface="Outfit Medium"/>
              </a:defRPr>
            </a:lvl1pPr>
            <a:lvl2pPr marR="0" lvl="1"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2pPr>
            <a:lvl3pPr marR="0" lvl="2"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3pPr>
            <a:lvl4pPr marR="0" lvl="3"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4pPr>
            <a:lvl5pPr marR="0" lvl="4"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5pPr>
            <a:lvl6pPr marR="0" lvl="5"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6pPr>
            <a:lvl7pPr marR="0" lvl="6"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7pPr>
            <a:lvl8pPr marR="0" lvl="7"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8pPr>
            <a:lvl9pPr marR="0" lvl="8" algn="l" rtl="0">
              <a:lnSpc>
                <a:spcPct val="100000"/>
              </a:lnSpc>
              <a:spcBef>
                <a:spcPts val="0"/>
              </a:spcBef>
              <a:spcAft>
                <a:spcPts val="0"/>
              </a:spcAft>
              <a:buClr>
                <a:srgbClr val="FF4338"/>
              </a:buClr>
              <a:buSzPts val="1400"/>
              <a:buNone/>
              <a:defRPr sz="1400" b="0" i="0" u="none" strike="noStrike" cap="none">
                <a:solidFill>
                  <a:srgbClr val="FF4338"/>
                </a:solidFill>
                <a:latin typeface="Outfit"/>
                <a:ea typeface="Outfit"/>
                <a:cs typeface="Outfit"/>
                <a:sym typeface="Outfit"/>
              </a:defRPr>
            </a:lvl9pPr>
          </a:lstStyle>
          <a:p>
            <a:endParaRPr/>
          </a:p>
        </p:txBody>
      </p:sp>
      <p:sp>
        <p:nvSpPr>
          <p:cNvPr id="130" name="Google Shape;130;p11"/>
          <p:cNvSpPr txBox="1">
            <a:spLocks noGrp="1"/>
          </p:cNvSpPr>
          <p:nvPr>
            <p:ph type="subTitle" idx="1"/>
          </p:nvPr>
        </p:nvSpPr>
        <p:spPr>
          <a:xfrm>
            <a:off x="2717000" y="2590325"/>
            <a:ext cx="3635400" cy="3201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1pPr>
            <a:lvl2pPr marR="0" lvl="1"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2pPr>
            <a:lvl3pPr marR="0" lvl="2"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3pPr>
            <a:lvl4pPr marR="0" lvl="3"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4pPr>
            <a:lvl5pPr marR="0" lvl="4"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5pPr>
            <a:lvl6pPr marR="0" lvl="5"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6pPr>
            <a:lvl7pPr marR="0" lvl="6"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7pPr>
            <a:lvl8pPr marR="0" lvl="7"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8pPr>
            <a:lvl9pPr marR="0" lvl="8"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9pPr>
          </a:lstStyle>
          <a:p>
            <a:endParaRPr/>
          </a:p>
        </p:txBody>
      </p:sp>
      <p:sp>
        <p:nvSpPr>
          <p:cNvPr id="131" name="Google Shape;131;p11"/>
          <p:cNvSpPr/>
          <p:nvPr/>
        </p:nvSpPr>
        <p:spPr>
          <a:xfrm>
            <a:off x="3988625" y="36184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 name="Google Shape;132;p11"/>
          <p:cNvGrpSpPr/>
          <p:nvPr/>
        </p:nvGrpSpPr>
        <p:grpSpPr>
          <a:xfrm>
            <a:off x="2164723" y="1336860"/>
            <a:ext cx="4598402" cy="1873225"/>
            <a:chOff x="2164723" y="1336860"/>
            <a:chExt cx="4598402" cy="1873225"/>
          </a:xfrm>
        </p:grpSpPr>
        <p:cxnSp>
          <p:nvCxnSpPr>
            <p:cNvPr id="133" name="Google Shape;133;p11"/>
            <p:cNvCxnSpPr/>
            <p:nvPr/>
          </p:nvCxnSpPr>
          <p:spPr>
            <a:xfrm>
              <a:off x="3064700" y="3175550"/>
              <a:ext cx="3698100" cy="0"/>
            </a:xfrm>
            <a:prstGeom prst="straightConnector1">
              <a:avLst/>
            </a:prstGeom>
            <a:noFill/>
            <a:ln w="19050" cap="flat" cmpd="sng">
              <a:solidFill>
                <a:srgbClr val="FFFFFF"/>
              </a:solidFill>
              <a:prstDash val="solid"/>
              <a:round/>
              <a:headEnd type="none" w="med" len="med"/>
              <a:tailEnd type="none" w="med" len="med"/>
            </a:ln>
          </p:spPr>
        </p:cxnSp>
        <p:sp>
          <p:nvSpPr>
            <p:cNvPr id="134" name="Google Shape;134;p11"/>
            <p:cNvSpPr/>
            <p:nvPr/>
          </p:nvSpPr>
          <p:spPr>
            <a:xfrm>
              <a:off x="4924425" y="1371385"/>
              <a:ext cx="1838700" cy="17955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5" name="Google Shape;135;p11"/>
            <p:cNvCxnSpPr>
              <a:endCxn id="134" idx="2"/>
            </p:cNvCxnSpPr>
            <p:nvPr/>
          </p:nvCxnSpPr>
          <p:spPr>
            <a:xfrm rot="10800000">
              <a:off x="6761983" y="2313858"/>
              <a:ext cx="0" cy="861600"/>
            </a:xfrm>
            <a:prstGeom prst="straightConnector1">
              <a:avLst/>
            </a:prstGeom>
            <a:noFill/>
            <a:ln w="19050" cap="flat" cmpd="sng">
              <a:solidFill>
                <a:srgbClr val="FFFFFF"/>
              </a:solidFill>
              <a:prstDash val="solid"/>
              <a:round/>
              <a:headEnd type="none" w="med" len="med"/>
              <a:tailEnd type="none" w="med" len="med"/>
            </a:ln>
          </p:spPr>
        </p:cxnSp>
        <p:sp>
          <p:nvSpPr>
            <p:cNvPr id="136" name="Google Shape;136;p11"/>
            <p:cNvSpPr/>
            <p:nvPr/>
          </p:nvSpPr>
          <p:spPr>
            <a:xfrm rot="-5399439">
              <a:off x="2143273" y="1392985"/>
              <a:ext cx="1838700" cy="17955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11"/>
            <p:cNvSpPr/>
            <p:nvPr/>
          </p:nvSpPr>
          <p:spPr>
            <a:xfrm rot="-5400561" flipH="1">
              <a:off x="2143273" y="1358460"/>
              <a:ext cx="1838700" cy="17955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8" name="Google Shape;138;p11"/>
            <p:cNvCxnSpPr>
              <a:stCxn id="136" idx="2"/>
              <a:endCxn id="134" idx="0"/>
            </p:cNvCxnSpPr>
            <p:nvPr/>
          </p:nvCxnSpPr>
          <p:spPr>
            <a:xfrm>
              <a:off x="3065855" y="1371390"/>
              <a:ext cx="2788800" cy="0"/>
            </a:xfrm>
            <a:prstGeom prst="straightConnector1">
              <a:avLst/>
            </a:prstGeom>
            <a:noFill/>
            <a:ln w="19050" cap="flat" cmpd="sng">
              <a:solidFill>
                <a:srgbClr val="FFFFFF"/>
              </a:solidFill>
              <a:prstDash val="solid"/>
              <a:round/>
              <a:headEnd type="none" w="med" len="med"/>
              <a:tailEnd type="none" w="med" len="med"/>
            </a:ln>
          </p:spPr>
        </p:cxnSp>
      </p:grpSp>
      <p:sp>
        <p:nvSpPr>
          <p:cNvPr id="139" name="Google Shape;139;p11"/>
          <p:cNvSpPr txBox="1"/>
          <p:nvPr/>
        </p:nvSpPr>
        <p:spPr>
          <a:xfrm rot="-5400000">
            <a:off x="8220930" y="4230075"/>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Century Gothic"/>
              <a:buNone/>
            </a:pPr>
            <a:r>
              <a:rPr lang="en" sz="600">
                <a:solidFill>
                  <a:srgbClr val="FFFFFF"/>
                </a:solidFill>
                <a:latin typeface="Outfit Medium"/>
                <a:ea typeface="Outfit Medium"/>
                <a:cs typeface="Outfit Medium"/>
                <a:sym typeface="Outfit Medium"/>
              </a:rPr>
              <a:t>THERE IS A BETTER WAY</a:t>
            </a:r>
            <a:endParaRPr sz="600" i="0" u="none" strike="noStrike" cap="none">
              <a:solidFill>
                <a:srgbClr val="FFFFFF"/>
              </a:solidFill>
              <a:latin typeface="Outfit Medium"/>
              <a:ea typeface="Outfit Medium"/>
              <a:cs typeface="Outfit Medium"/>
              <a:sym typeface="Outfit Medium"/>
            </a:endParaRPr>
          </a:p>
        </p:txBody>
      </p:sp>
      <p:grpSp>
        <p:nvGrpSpPr>
          <p:cNvPr id="140" name="Google Shape;140;p11"/>
          <p:cNvGrpSpPr/>
          <p:nvPr/>
        </p:nvGrpSpPr>
        <p:grpSpPr>
          <a:xfrm>
            <a:off x="276291" y="292119"/>
            <a:ext cx="345989" cy="338615"/>
            <a:chOff x="6838242" y="518225"/>
            <a:chExt cx="1247708" cy="1221114"/>
          </a:xfrm>
        </p:grpSpPr>
        <p:sp>
          <p:nvSpPr>
            <p:cNvPr id="141" name="Google Shape;141;p11"/>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11"/>
            <p:cNvSpPr/>
            <p:nvPr/>
          </p:nvSpPr>
          <p:spPr>
            <a:xfrm>
              <a:off x="6838242" y="539639"/>
              <a:ext cx="1200000" cy="1199700"/>
            </a:xfrm>
            <a:prstGeom prst="donut">
              <a:avLst>
                <a:gd name="adj" fmla="val 20918"/>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11"/>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4" name="Google Shape;144;p11"/>
          <p:cNvSpPr txBox="1"/>
          <p:nvPr/>
        </p:nvSpPr>
        <p:spPr>
          <a:xfrm>
            <a:off x="182043" y="4727850"/>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Century Gothic"/>
              <a:buNone/>
            </a:pPr>
            <a:r>
              <a:rPr lang="en" sz="600">
                <a:solidFill>
                  <a:srgbClr val="FFFFFF"/>
                </a:solidFill>
                <a:latin typeface="Outfit Medium"/>
                <a:ea typeface="Outfit Medium"/>
                <a:cs typeface="Outfit Medium"/>
                <a:sym typeface="Outfit Medium"/>
              </a:rPr>
              <a:t>DIGITAL THINKERS &amp; DOERS</a:t>
            </a:r>
            <a:endParaRPr sz="600" i="0" u="none" strike="noStrike" cap="none">
              <a:solidFill>
                <a:srgbClr val="FFFFFF"/>
              </a:solidFill>
              <a:latin typeface="Outfit Medium"/>
              <a:ea typeface="Outfit Medium"/>
              <a:cs typeface="Outfit Medium"/>
              <a:sym typeface="Outfit Medium"/>
            </a:endParaRPr>
          </a:p>
        </p:txBody>
      </p:sp>
      <p:sp>
        <p:nvSpPr>
          <p:cNvPr id="145" name="Google Shape;145;p11"/>
          <p:cNvSpPr txBox="1"/>
          <p:nvPr/>
        </p:nvSpPr>
        <p:spPr>
          <a:xfrm>
            <a:off x="6997200" y="215900"/>
            <a:ext cx="1966800" cy="2154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650"/>
              <a:buFont typeface="Century Gothic"/>
              <a:buNone/>
            </a:pPr>
            <a:r>
              <a:rPr lang="en" sz="600">
                <a:solidFill>
                  <a:srgbClr val="FFFFFF"/>
                </a:solidFill>
                <a:latin typeface="Outfit Medium"/>
                <a:ea typeface="Outfit Medium"/>
                <a:cs typeface="Outfit Medium"/>
                <a:sym typeface="Outfit Medium"/>
              </a:rPr>
              <a:t>OCTO TECHNOLOGY  I  PART OF ACCENTURE</a:t>
            </a:r>
            <a:endParaRPr sz="600" i="0" u="none" strike="noStrike" cap="none">
              <a:solidFill>
                <a:srgbClr val="FFFFFF"/>
              </a:solidFill>
              <a:latin typeface="Outfit Medium"/>
              <a:ea typeface="Outfit Medium"/>
              <a:cs typeface="Outfit Medium"/>
              <a:sym typeface="Outfit Medium"/>
            </a:endParaRPr>
          </a:p>
        </p:txBody>
      </p:sp>
      <p:grpSp>
        <p:nvGrpSpPr>
          <p:cNvPr id="146" name="Google Shape;146;p11"/>
          <p:cNvGrpSpPr/>
          <p:nvPr/>
        </p:nvGrpSpPr>
        <p:grpSpPr>
          <a:xfrm rot="10800000">
            <a:off x="4572194" y="3152774"/>
            <a:ext cx="2605006" cy="616751"/>
            <a:chOff x="2164721" y="1366095"/>
            <a:chExt cx="4598421" cy="1890134"/>
          </a:xfrm>
        </p:grpSpPr>
        <p:cxnSp>
          <p:nvCxnSpPr>
            <p:cNvPr id="147" name="Google Shape;147;p11"/>
            <p:cNvCxnSpPr>
              <a:stCxn id="148" idx="2"/>
            </p:cNvCxnSpPr>
            <p:nvPr/>
          </p:nvCxnSpPr>
          <p:spPr>
            <a:xfrm>
              <a:off x="2699643" y="3175685"/>
              <a:ext cx="4063500" cy="0"/>
            </a:xfrm>
            <a:prstGeom prst="straightConnector1">
              <a:avLst/>
            </a:prstGeom>
            <a:noFill/>
            <a:ln w="19050" cap="flat" cmpd="sng">
              <a:solidFill>
                <a:srgbClr val="FFFFFF"/>
              </a:solidFill>
              <a:prstDash val="solid"/>
              <a:round/>
              <a:headEnd type="none" w="med" len="med"/>
              <a:tailEnd type="none" w="med" len="med"/>
            </a:ln>
          </p:spPr>
        </p:cxnSp>
        <p:sp>
          <p:nvSpPr>
            <p:cNvPr id="149" name="Google Shape;149;p11"/>
            <p:cNvSpPr/>
            <p:nvPr/>
          </p:nvSpPr>
          <p:spPr>
            <a:xfrm>
              <a:off x="5870124" y="1371373"/>
              <a:ext cx="892800" cy="14763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0" name="Google Shape;150;p11"/>
            <p:cNvCxnSpPr>
              <a:endCxn id="149" idx="2"/>
            </p:cNvCxnSpPr>
            <p:nvPr/>
          </p:nvCxnSpPr>
          <p:spPr>
            <a:xfrm rot="10800000">
              <a:off x="6762342" y="2147223"/>
              <a:ext cx="0" cy="1028700"/>
            </a:xfrm>
            <a:prstGeom prst="straightConnector1">
              <a:avLst/>
            </a:prstGeom>
            <a:noFill/>
            <a:ln w="19050" cap="flat" cmpd="sng">
              <a:solidFill>
                <a:srgbClr val="FFFFFF"/>
              </a:solidFill>
              <a:prstDash val="solid"/>
              <a:round/>
              <a:headEnd type="none" w="med" len="med"/>
              <a:tailEnd type="none" w="med" len="med"/>
            </a:ln>
          </p:spPr>
        </p:cxnSp>
        <p:sp>
          <p:nvSpPr>
            <p:cNvPr id="151" name="Google Shape;151;p11"/>
            <p:cNvSpPr/>
            <p:nvPr/>
          </p:nvSpPr>
          <p:spPr>
            <a:xfrm rot="-5399453">
              <a:off x="1791865" y="1744079"/>
              <a:ext cx="1885200" cy="11391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11"/>
            <p:cNvSpPr/>
            <p:nvPr/>
          </p:nvSpPr>
          <p:spPr>
            <a:xfrm rot="-5400570" flipH="1">
              <a:off x="1792271" y="1738695"/>
              <a:ext cx="1809600" cy="10644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2" name="Google Shape;152;p11"/>
            <p:cNvCxnSpPr>
              <a:stCxn id="151" idx="2"/>
              <a:endCxn id="149" idx="0"/>
            </p:cNvCxnSpPr>
            <p:nvPr/>
          </p:nvCxnSpPr>
          <p:spPr>
            <a:xfrm>
              <a:off x="2736435" y="1371034"/>
              <a:ext cx="3585300" cy="300"/>
            </a:xfrm>
            <a:prstGeom prst="straightConnector1">
              <a:avLst/>
            </a:prstGeom>
            <a:noFill/>
            <a:ln w="19050" cap="flat" cmpd="sng">
              <a:solidFill>
                <a:srgbClr val="FFFFFF"/>
              </a:solidFill>
              <a:prstDash val="solid"/>
              <a:round/>
              <a:headEnd type="none" w="med" len="med"/>
              <a:tailEnd type="none" w="med" len="med"/>
            </a:ln>
          </p:spPr>
        </p:cxnSp>
      </p:grpSp>
      <p:cxnSp>
        <p:nvCxnSpPr>
          <p:cNvPr id="153" name="Google Shape;153;p11"/>
          <p:cNvCxnSpPr/>
          <p:nvPr/>
        </p:nvCxnSpPr>
        <p:spPr>
          <a:xfrm>
            <a:off x="5575700" y="3411150"/>
            <a:ext cx="0" cy="94200"/>
          </a:xfrm>
          <a:prstGeom prst="straightConnector1">
            <a:avLst/>
          </a:prstGeom>
          <a:noFill/>
          <a:ln w="9525" cap="flat" cmpd="sng">
            <a:solidFill>
              <a:srgbClr val="FFFFFF"/>
            </a:solidFill>
            <a:prstDash val="solid"/>
            <a:round/>
            <a:headEnd type="none" w="med" len="med"/>
            <a:tailEnd type="none" w="med" len="med"/>
          </a:ln>
        </p:spPr>
      </p:cxnSp>
      <p:sp>
        <p:nvSpPr>
          <p:cNvPr id="154" name="Google Shape;154;p11"/>
          <p:cNvSpPr txBox="1">
            <a:spLocks noGrp="1"/>
          </p:cNvSpPr>
          <p:nvPr>
            <p:ph type="title" idx="2"/>
          </p:nvPr>
        </p:nvSpPr>
        <p:spPr>
          <a:xfrm>
            <a:off x="4707450" y="3303350"/>
            <a:ext cx="7320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
        <p:nvSpPr>
          <p:cNvPr id="155" name="Google Shape;155;p11"/>
          <p:cNvSpPr txBox="1">
            <a:spLocks noGrp="1"/>
          </p:cNvSpPr>
          <p:nvPr>
            <p:ph type="title" idx="3"/>
          </p:nvPr>
        </p:nvSpPr>
        <p:spPr>
          <a:xfrm>
            <a:off x="5695200" y="3303350"/>
            <a:ext cx="14052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51 - Chapitre [2]">
  <p:cSld name="51 - Chapitre [2]">
    <p:bg>
      <p:bgPr>
        <a:solidFill>
          <a:schemeClr val="lt1"/>
        </a:solidFill>
        <a:effectLst/>
      </p:bgPr>
    </p:bg>
    <p:spTree>
      <p:nvGrpSpPr>
        <p:cNvPr id="1" name="Shape 156"/>
        <p:cNvGrpSpPr/>
        <p:nvPr/>
      </p:nvGrpSpPr>
      <p:grpSpPr>
        <a:xfrm>
          <a:off x="0" y="0"/>
          <a:ext cx="0" cy="0"/>
          <a:chOff x="0" y="0"/>
          <a:chExt cx="0" cy="0"/>
        </a:xfrm>
      </p:grpSpPr>
      <p:sp>
        <p:nvSpPr>
          <p:cNvPr id="157" name="Google Shape;157;p12"/>
          <p:cNvSpPr/>
          <p:nvPr/>
        </p:nvSpPr>
        <p:spPr>
          <a:xfrm>
            <a:off x="3457625" y="1226750"/>
            <a:ext cx="499500" cy="433200"/>
          </a:xfrm>
          <a:prstGeom prst="round1Rect">
            <a:avLst>
              <a:gd name="adj" fmla="val 5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158" name="Google Shape;158;p12"/>
          <p:cNvSpPr txBox="1">
            <a:spLocks noGrp="1"/>
          </p:cNvSpPr>
          <p:nvPr>
            <p:ph type="body" idx="1"/>
          </p:nvPr>
        </p:nvSpPr>
        <p:spPr>
          <a:xfrm>
            <a:off x="3457650" y="1226750"/>
            <a:ext cx="499500" cy="433200"/>
          </a:xfrm>
          <a:prstGeom prst="rect">
            <a:avLst/>
          </a:prstGeom>
          <a:noFill/>
          <a:ln>
            <a:noFill/>
          </a:ln>
        </p:spPr>
        <p:txBody>
          <a:bodyPr spcFirstLastPara="1" wrap="square" lIns="0" tIns="0" rIns="0" bIns="0" anchor="ctr" anchorCtr="0">
            <a:noAutofit/>
          </a:bodyPr>
          <a:lstStyle>
            <a:lvl1pPr marL="457200" marR="0" lvl="0"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1pPr>
            <a:lvl2pPr marL="914400" marR="0" lvl="1" indent="-317500" algn="l" rtl="0">
              <a:lnSpc>
                <a:spcPct val="100000"/>
              </a:lnSpc>
              <a:spcBef>
                <a:spcPts val="0"/>
              </a:spcBef>
              <a:spcAft>
                <a:spcPts val="0"/>
              </a:spcAft>
              <a:buClr>
                <a:schemeClr val="dk1"/>
              </a:buClr>
              <a:buSzPts val="1400"/>
              <a:buFont typeface="Outfit"/>
              <a:buChar char="&gt;"/>
              <a:defRPr sz="1400" b="1" i="0" u="none" strike="noStrike" cap="none">
                <a:solidFill>
                  <a:schemeClr val="dk1"/>
                </a:solidFill>
                <a:latin typeface="Outfit"/>
                <a:ea typeface="Outfit"/>
                <a:cs typeface="Outfit"/>
                <a:sym typeface="Outfit"/>
              </a:defRPr>
            </a:lvl2pPr>
            <a:lvl3pPr marL="1371600" marR="0" lvl="2"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3pPr>
            <a:lvl4pPr marL="1828800" marR="0" lvl="3" indent="-317500" algn="l" rtl="0">
              <a:lnSpc>
                <a:spcPct val="100000"/>
              </a:lnSpc>
              <a:spcBef>
                <a:spcPts val="0"/>
              </a:spcBef>
              <a:spcAft>
                <a:spcPts val="0"/>
              </a:spcAft>
              <a:buClr>
                <a:schemeClr val="dk1"/>
              </a:buClr>
              <a:buSzPts val="1400"/>
              <a:buFont typeface="Outfit"/>
              <a:buChar char="o"/>
              <a:defRPr sz="1400" b="1" i="0" u="none" strike="noStrike" cap="none">
                <a:solidFill>
                  <a:schemeClr val="dk1"/>
                </a:solidFill>
                <a:latin typeface="Outfit"/>
                <a:ea typeface="Outfit"/>
                <a:cs typeface="Outfit"/>
                <a:sym typeface="Outfit"/>
              </a:defRPr>
            </a:lvl4pPr>
            <a:lvl5pPr marL="2286000" marR="0" lvl="4" indent="-317500" algn="ctr"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5pPr>
            <a:lvl6pPr marL="2743200" marR="0" lvl="5" indent="-317500" algn="l" rtl="0">
              <a:lnSpc>
                <a:spcPct val="100000"/>
              </a:lnSpc>
              <a:spcBef>
                <a:spcPts val="0"/>
              </a:spcBef>
              <a:spcAft>
                <a:spcPts val="0"/>
              </a:spcAft>
              <a:buClr>
                <a:schemeClr val="dk1"/>
              </a:buClr>
              <a:buSzPts val="1400"/>
              <a:buFont typeface="Outfit"/>
              <a:buChar char="&gt;"/>
              <a:defRPr sz="1400" b="1" i="0" u="none" strike="noStrike" cap="none">
                <a:solidFill>
                  <a:schemeClr val="dk1"/>
                </a:solidFill>
                <a:latin typeface="Outfit"/>
                <a:ea typeface="Outfit"/>
                <a:cs typeface="Outfit"/>
                <a:sym typeface="Outfit"/>
              </a:defRPr>
            </a:lvl6pPr>
            <a:lvl7pPr marL="3200400" marR="0" lvl="6"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7pPr>
            <a:lvl8pPr marL="3657600" marR="0" lvl="7" indent="-317500" algn="l" rtl="0">
              <a:lnSpc>
                <a:spcPct val="115000"/>
              </a:lnSpc>
              <a:spcBef>
                <a:spcPts val="0"/>
              </a:spcBef>
              <a:spcAft>
                <a:spcPts val="0"/>
              </a:spcAft>
              <a:buClr>
                <a:schemeClr val="dk1"/>
              </a:buClr>
              <a:buSzPts val="1400"/>
              <a:buFont typeface="Outfit"/>
              <a:buChar char="o"/>
              <a:defRPr sz="1400" b="1" i="0" u="none" strike="noStrike" cap="none">
                <a:solidFill>
                  <a:schemeClr val="dk1"/>
                </a:solidFill>
                <a:latin typeface="Outfit"/>
                <a:ea typeface="Outfit"/>
                <a:cs typeface="Outfit"/>
                <a:sym typeface="Outfit"/>
              </a:defRPr>
            </a:lvl8pPr>
            <a:lvl9pPr marL="4114800" marR="0" lvl="8" indent="-317500" algn="l" rtl="0">
              <a:lnSpc>
                <a:spcPct val="100000"/>
              </a:lnSpc>
              <a:spcBef>
                <a:spcPts val="0"/>
              </a:spcBef>
              <a:spcAft>
                <a:spcPts val="0"/>
              </a:spcAft>
              <a:buClr>
                <a:schemeClr val="dk1"/>
              </a:buClr>
              <a:buSzPts val="1400"/>
              <a:buFont typeface="Outfit"/>
              <a:buChar char="■"/>
              <a:defRPr sz="1400" b="1" i="0" u="none" strike="noStrike" cap="none">
                <a:solidFill>
                  <a:schemeClr val="dk1"/>
                </a:solidFill>
                <a:latin typeface="Outfit"/>
                <a:ea typeface="Outfit"/>
                <a:cs typeface="Outfit"/>
                <a:sym typeface="Outfit"/>
              </a:defRPr>
            </a:lvl9pPr>
          </a:lstStyle>
          <a:p>
            <a:endParaRPr/>
          </a:p>
        </p:txBody>
      </p:sp>
      <p:sp>
        <p:nvSpPr>
          <p:cNvPr id="159" name="Google Shape;159;p12"/>
          <p:cNvSpPr txBox="1">
            <a:spLocks noGrp="1"/>
          </p:cNvSpPr>
          <p:nvPr>
            <p:ph type="title"/>
          </p:nvPr>
        </p:nvSpPr>
        <p:spPr>
          <a:xfrm>
            <a:off x="4295850" y="1918050"/>
            <a:ext cx="4164300" cy="1810200"/>
          </a:xfrm>
          <a:prstGeom prst="rect">
            <a:avLst/>
          </a:prstGeom>
          <a:noFill/>
          <a:ln>
            <a:noFill/>
          </a:ln>
        </p:spPr>
        <p:txBody>
          <a:bodyPr spcFirstLastPara="1" wrap="square" lIns="91425" tIns="91425" rIns="91425" bIns="91425" anchor="ctr" anchorCtr="0">
            <a:normAutofit/>
          </a:bodyPr>
          <a:lstStyle>
            <a:lvl1pPr marR="0" lvl="0"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2pPr>
            <a:lvl3pPr marR="0" lvl="2"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3pPr>
            <a:lvl4pPr marR="0" lvl="3"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4pPr>
            <a:lvl5pPr marR="0" lvl="4"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5pPr>
            <a:lvl6pPr marR="0" lvl="5"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6pPr>
            <a:lvl7pPr marR="0" lvl="6"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7pPr>
            <a:lvl8pPr marR="0" lvl="7"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8pPr>
            <a:lvl9pPr marR="0" lvl="8" algn="l" rtl="0">
              <a:lnSpc>
                <a:spcPct val="100000"/>
              </a:lnSpc>
              <a:spcBef>
                <a:spcPts val="0"/>
              </a:spcBef>
              <a:spcAft>
                <a:spcPts val="0"/>
              </a:spcAft>
              <a:buClr>
                <a:schemeClr val="dk1"/>
              </a:buClr>
              <a:buSzPts val="2400"/>
              <a:buFont typeface="Outfit SemiBold"/>
              <a:buNone/>
              <a:defRPr sz="2400" i="0" u="none" strike="noStrike" cap="none">
                <a:solidFill>
                  <a:schemeClr val="dk1"/>
                </a:solidFill>
                <a:latin typeface="Outfit SemiBold"/>
                <a:ea typeface="Outfit SemiBold"/>
                <a:cs typeface="Outfit SemiBold"/>
                <a:sym typeface="Outfit SemiBold"/>
              </a:defRPr>
            </a:lvl9pPr>
          </a:lstStyle>
          <a:p>
            <a:endParaRPr/>
          </a:p>
        </p:txBody>
      </p:sp>
      <p:sp>
        <p:nvSpPr>
          <p:cNvPr id="160" name="Google Shape;160;p12"/>
          <p:cNvSpPr/>
          <p:nvPr/>
        </p:nvSpPr>
        <p:spPr>
          <a:xfrm rot="-5400000">
            <a:off x="3014525" y="1216850"/>
            <a:ext cx="433200" cy="453000"/>
          </a:xfrm>
          <a:prstGeom prst="round2SameRect">
            <a:avLst>
              <a:gd name="adj1" fmla="val 50000"/>
              <a:gd name="adj2" fmla="val 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grpSp>
        <p:nvGrpSpPr>
          <p:cNvPr id="161" name="Google Shape;161;p12"/>
          <p:cNvGrpSpPr/>
          <p:nvPr/>
        </p:nvGrpSpPr>
        <p:grpSpPr>
          <a:xfrm>
            <a:off x="3171776" y="1360130"/>
            <a:ext cx="170063" cy="166438"/>
            <a:chOff x="6838242" y="518225"/>
            <a:chExt cx="1247708" cy="1221114"/>
          </a:xfrm>
        </p:grpSpPr>
        <p:sp>
          <p:nvSpPr>
            <p:cNvPr id="162" name="Google Shape;162;p12"/>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63" name="Google Shape;163;p12"/>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64" name="Google Shape;164;p12"/>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165" name="Google Shape;165;p12"/>
          <p:cNvSpPr/>
          <p:nvPr/>
        </p:nvSpPr>
        <p:spPr>
          <a:xfrm>
            <a:off x="1396875" y="1668700"/>
            <a:ext cx="2560500" cy="2512800"/>
          </a:xfrm>
          <a:prstGeom prst="teardrop">
            <a:avLst>
              <a:gd name="adj" fmla="val 100000"/>
            </a:avLst>
          </a:prstGeom>
          <a:solidFill>
            <a:srgbClr val="9FA7B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166" name="Google Shape;166;p12"/>
          <p:cNvSpPr txBox="1"/>
          <p:nvPr/>
        </p:nvSpPr>
        <p:spPr>
          <a:xfrm>
            <a:off x="2277075" y="23278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sp>
        <p:nvSpPr>
          <p:cNvPr id="167" name="Google Shape;167;p12"/>
          <p:cNvSpPr txBox="1"/>
          <p:nvPr/>
        </p:nvSpPr>
        <p:spPr>
          <a:xfrm>
            <a:off x="84600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168" name="Google Shape;168;p12"/>
          <p:cNvCxnSpPr>
            <a:stCxn id="169" idx="2"/>
          </p:cNvCxnSpPr>
          <p:nvPr/>
        </p:nvCxnSpPr>
        <p:spPr>
          <a:xfrm>
            <a:off x="86768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170" name="Google Shape;170;p12"/>
          <p:cNvSpPr/>
          <p:nvPr/>
        </p:nvSpPr>
        <p:spPr>
          <a:xfrm>
            <a:off x="86635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71" name="Google Shape;171;p12"/>
          <p:cNvCxnSpPr>
            <a:endCxn id="170" idx="2"/>
          </p:cNvCxnSpPr>
          <p:nvPr/>
        </p:nvCxnSpPr>
        <p:spPr>
          <a:xfrm rot="10800000">
            <a:off x="88641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172" name="Google Shape;172;p12"/>
          <p:cNvSpPr/>
          <p:nvPr/>
        </p:nvSpPr>
        <p:spPr>
          <a:xfrm rot="-5400000">
            <a:off x="85760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69" name="Google Shape;169;p12"/>
          <p:cNvSpPr/>
          <p:nvPr/>
        </p:nvSpPr>
        <p:spPr>
          <a:xfrm rot="-5400000" flipH="1">
            <a:off x="85760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73" name="Google Shape;173;p12"/>
          <p:cNvCxnSpPr>
            <a:stCxn id="172" idx="2"/>
            <a:endCxn id="170" idx="0"/>
          </p:cNvCxnSpPr>
          <p:nvPr/>
        </p:nvCxnSpPr>
        <p:spPr>
          <a:xfrm>
            <a:off x="86767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174" name="Google Shape;174;p12"/>
          <p:cNvSpPr/>
          <p:nvPr/>
        </p:nvSpPr>
        <p:spPr>
          <a:xfrm>
            <a:off x="497875" y="5649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60 - Titre et visuel">
  <p:cSld name="60 - Titre et visuel">
    <p:bg>
      <p:bgPr>
        <a:solidFill>
          <a:schemeClr val="lt1"/>
        </a:solidFill>
        <a:effectLst/>
      </p:bgPr>
    </p:bg>
    <p:spTree>
      <p:nvGrpSpPr>
        <p:cNvPr id="1" name="Shape 182"/>
        <p:cNvGrpSpPr/>
        <p:nvPr/>
      </p:nvGrpSpPr>
      <p:grpSpPr>
        <a:xfrm>
          <a:off x="0" y="0"/>
          <a:ext cx="0" cy="0"/>
          <a:chOff x="0" y="0"/>
          <a:chExt cx="0" cy="0"/>
        </a:xfrm>
      </p:grpSpPr>
      <p:pic>
        <p:nvPicPr>
          <p:cNvPr id="183" name="Google Shape;183;p14"/>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184" name="Google Shape;184;p14"/>
          <p:cNvSpPr txBox="1">
            <a:spLocks noGrp="1"/>
          </p:cNvSpPr>
          <p:nvPr>
            <p:ph type="title"/>
          </p:nvPr>
        </p:nvSpPr>
        <p:spPr>
          <a:xfrm>
            <a:off x="562550" y="382375"/>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185" name="Google Shape;185;p14"/>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186" name="Google Shape;186;p14"/>
          <p:cNvCxnSpPr>
            <a:stCxn id="187"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188" name="Google Shape;188;p14"/>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89" name="Google Shape;189;p14"/>
          <p:cNvCxnSpPr>
            <a:endCxn id="188"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190" name="Google Shape;190;p14"/>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87" name="Google Shape;187;p14"/>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91" name="Google Shape;191;p14"/>
          <p:cNvCxnSpPr>
            <a:stCxn id="190" idx="2"/>
            <a:endCxn id="188"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192" name="Google Shape;192;p14"/>
          <p:cNvSpPr>
            <a:spLocks noGrp="1"/>
          </p:cNvSpPr>
          <p:nvPr>
            <p:ph type="pic" idx="2"/>
          </p:nvPr>
        </p:nvSpPr>
        <p:spPr>
          <a:xfrm>
            <a:off x="528800" y="732450"/>
            <a:ext cx="8019000" cy="4131600"/>
          </a:xfrm>
          <a:prstGeom prst="rect">
            <a:avLst/>
          </a:prstGeom>
          <a:noFill/>
          <a:ln w="9525" cap="flat" cmpd="sng">
            <a:solidFill>
              <a:srgbClr val="000000"/>
            </a:solidFill>
            <a:prstDash val="solid"/>
            <a:round/>
            <a:headEnd type="none" w="sm" len="sm"/>
            <a:tailEnd type="none" w="sm" len="sm"/>
          </a:ln>
        </p:spPr>
      </p:sp>
      <p:sp>
        <p:nvSpPr>
          <p:cNvPr id="193" name="Google Shape;193;p14"/>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61 - Titre, sous-titre et visuel">
  <p:cSld name="61 - Titre, sous-titre et visuel">
    <p:bg>
      <p:bgPr>
        <a:solidFill>
          <a:schemeClr val="lt1"/>
        </a:solidFill>
        <a:effectLst/>
      </p:bgPr>
    </p:bg>
    <p:spTree>
      <p:nvGrpSpPr>
        <p:cNvPr id="1" name="Shape 194"/>
        <p:cNvGrpSpPr/>
        <p:nvPr/>
      </p:nvGrpSpPr>
      <p:grpSpPr>
        <a:xfrm>
          <a:off x="0" y="0"/>
          <a:ext cx="0" cy="0"/>
          <a:chOff x="0" y="0"/>
          <a:chExt cx="0" cy="0"/>
        </a:xfrm>
      </p:grpSpPr>
      <p:sp>
        <p:nvSpPr>
          <p:cNvPr id="195" name="Google Shape;195;p15"/>
          <p:cNvSpPr/>
          <p:nvPr/>
        </p:nvSpPr>
        <p:spPr>
          <a:xfrm>
            <a:off x="213475" y="208900"/>
            <a:ext cx="8715600" cy="4728600"/>
          </a:xfrm>
          <a:prstGeom prst="roundRect">
            <a:avLst>
              <a:gd name="adj" fmla="val 1616"/>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pic>
        <p:nvPicPr>
          <p:cNvPr id="196" name="Google Shape;196;p15"/>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197" name="Google Shape;197;p15"/>
          <p:cNvSpPr txBox="1"/>
          <p:nvPr/>
        </p:nvSpPr>
        <p:spPr>
          <a:xfrm rot="-5400000">
            <a:off x="8770600" y="2458900"/>
            <a:ext cx="5487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fld id="{00000000-1234-1234-1234-123412341234}" type="slidenum">
              <a:rPr lang="en" sz="800" b="0" i="0" u="none" strike="noStrike" cap="none">
                <a:solidFill>
                  <a:schemeClr val="dk1"/>
                </a:solidFill>
                <a:latin typeface="Outfit Light"/>
                <a:ea typeface="Outfit Light"/>
                <a:cs typeface="Outfit Light"/>
                <a:sym typeface="Outfit Light"/>
              </a:rPr>
              <a:t>‹#›</a:t>
            </a:fld>
            <a:endParaRPr sz="800" b="0" i="0" u="none" strike="noStrike" cap="none">
              <a:solidFill>
                <a:schemeClr val="dk1"/>
              </a:solidFill>
              <a:latin typeface="Outfit Light"/>
              <a:ea typeface="Outfit Light"/>
              <a:cs typeface="Outfit Light"/>
              <a:sym typeface="Outfit Light"/>
            </a:endParaRPr>
          </a:p>
        </p:txBody>
      </p:sp>
      <p:sp>
        <p:nvSpPr>
          <p:cNvPr id="198" name="Google Shape;198;p15"/>
          <p:cNvSpPr txBox="1"/>
          <p:nvPr/>
        </p:nvSpPr>
        <p:spPr>
          <a:xfrm rot="-5400000">
            <a:off x="-514095" y="2533275"/>
            <a:ext cx="1236600" cy="21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50"/>
              <a:buFont typeface="Outfit"/>
              <a:buNone/>
            </a:pPr>
            <a:r>
              <a:rPr lang="en" sz="650" b="0" i="0" u="none" strike="noStrike" cap="none">
                <a:solidFill>
                  <a:schemeClr val="dk1"/>
                </a:solidFill>
                <a:latin typeface="Outfit"/>
                <a:ea typeface="Outfit"/>
                <a:cs typeface="Outfit"/>
                <a:sym typeface="Outfit"/>
              </a:rPr>
              <a:t>There is a better way</a:t>
            </a:r>
            <a:endParaRPr sz="650" b="0" i="0" u="none" strike="noStrike" cap="none">
              <a:solidFill>
                <a:schemeClr val="dk1"/>
              </a:solidFill>
              <a:latin typeface="Outfit"/>
              <a:ea typeface="Outfit"/>
              <a:cs typeface="Outfit"/>
              <a:sym typeface="Outfit"/>
            </a:endParaRPr>
          </a:p>
        </p:txBody>
      </p:sp>
      <p:sp>
        <p:nvSpPr>
          <p:cNvPr id="199" name="Google Shape;199;p15"/>
          <p:cNvSpPr/>
          <p:nvPr/>
        </p:nvSpPr>
        <p:spPr>
          <a:xfrm>
            <a:off x="6682750" y="4939025"/>
            <a:ext cx="2335200" cy="2046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600"/>
              <a:buFont typeface="Outfit"/>
              <a:buNone/>
            </a:pPr>
            <a:r>
              <a:rPr lang="en" sz="600" b="0" i="0" u="none" strike="noStrike" cap="none">
                <a:solidFill>
                  <a:schemeClr val="dk1"/>
                </a:solidFill>
                <a:latin typeface="Outfit"/>
                <a:ea typeface="Outfit"/>
                <a:cs typeface="Outfit"/>
                <a:sym typeface="Outfit"/>
              </a:rPr>
              <a:t>OCTO Part of Accenture © 2023- All rights reserved</a:t>
            </a:r>
            <a:endParaRPr sz="600" b="0" i="0" u="none" strike="noStrike" cap="none">
              <a:solidFill>
                <a:schemeClr val="dk1"/>
              </a:solidFill>
              <a:latin typeface="Outfit"/>
              <a:ea typeface="Outfit"/>
              <a:cs typeface="Outfit"/>
              <a:sym typeface="Outfit"/>
            </a:endParaRPr>
          </a:p>
        </p:txBody>
      </p:sp>
      <p:sp>
        <p:nvSpPr>
          <p:cNvPr id="200" name="Google Shape;200;p15"/>
          <p:cNvSpPr txBox="1">
            <a:spLocks noGrp="1"/>
          </p:cNvSpPr>
          <p:nvPr>
            <p:ph type="title"/>
          </p:nvPr>
        </p:nvSpPr>
        <p:spPr>
          <a:xfrm>
            <a:off x="574050" y="361400"/>
            <a:ext cx="80079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SzPts val="1800"/>
              <a:buNone/>
              <a:defRPr sz="1800" b="1" i="0" u="none" strike="noStrike" cap="none">
                <a:solidFill>
                  <a:srgbClr val="000000"/>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201" name="Google Shape;201;p15"/>
          <p:cNvSpPr txBox="1">
            <a:spLocks noGrp="1"/>
          </p:cNvSpPr>
          <p:nvPr>
            <p:ph type="subTitle" idx="1"/>
          </p:nvPr>
        </p:nvSpPr>
        <p:spPr>
          <a:xfrm>
            <a:off x="557250" y="830200"/>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SzPts val="1300"/>
              <a:buNone/>
              <a:defRPr sz="1300" b="0" i="0" u="none" strike="noStrike" cap="none">
                <a:solidFill>
                  <a:srgbClr val="000000"/>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202" name="Google Shape;202;p15"/>
          <p:cNvSpPr>
            <a:spLocks noGrp="1"/>
          </p:cNvSpPr>
          <p:nvPr>
            <p:ph type="pic" idx="2"/>
          </p:nvPr>
        </p:nvSpPr>
        <p:spPr>
          <a:xfrm>
            <a:off x="545225" y="1257950"/>
            <a:ext cx="8041500" cy="3606600"/>
          </a:xfrm>
          <a:prstGeom prst="rect">
            <a:avLst/>
          </a:prstGeom>
          <a:noFill/>
          <a:ln>
            <a:noFill/>
          </a:ln>
        </p:spPr>
      </p:sp>
      <p:sp>
        <p:nvSpPr>
          <p:cNvPr id="203" name="Google Shape;203;p15"/>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62 - Visuel seul">
  <p:cSld name="62 - Visuel seul">
    <p:bg>
      <p:bgPr>
        <a:solidFill>
          <a:schemeClr val="lt1"/>
        </a:solidFill>
        <a:effectLst/>
      </p:bgPr>
    </p:bg>
    <p:spTree>
      <p:nvGrpSpPr>
        <p:cNvPr id="1" name="Shape 204"/>
        <p:cNvGrpSpPr/>
        <p:nvPr/>
      </p:nvGrpSpPr>
      <p:grpSpPr>
        <a:xfrm>
          <a:off x="0" y="0"/>
          <a:ext cx="0" cy="0"/>
          <a:chOff x="0" y="0"/>
          <a:chExt cx="0" cy="0"/>
        </a:xfrm>
      </p:grpSpPr>
      <p:pic>
        <p:nvPicPr>
          <p:cNvPr id="205" name="Google Shape;205;p16"/>
          <p:cNvPicPr preferRelativeResize="0"/>
          <p:nvPr/>
        </p:nvPicPr>
        <p:blipFill rotWithShape="1">
          <a:blip r:embed="rId2">
            <a:alphaModFix/>
          </a:blip>
          <a:srcRect/>
          <a:stretch/>
        </p:blipFill>
        <p:spPr>
          <a:xfrm>
            <a:off x="57149" y="52400"/>
            <a:ext cx="156325" cy="156600"/>
          </a:xfrm>
          <a:prstGeom prst="rect">
            <a:avLst/>
          </a:prstGeom>
          <a:noFill/>
          <a:ln>
            <a:noFill/>
          </a:ln>
        </p:spPr>
      </p:pic>
      <p:sp>
        <p:nvSpPr>
          <p:cNvPr id="206" name="Google Shape;206;p16"/>
          <p:cNvSpPr>
            <a:spLocks noGrp="1"/>
          </p:cNvSpPr>
          <p:nvPr>
            <p:ph type="pic" idx="2"/>
          </p:nvPr>
        </p:nvSpPr>
        <p:spPr>
          <a:xfrm>
            <a:off x="3275" y="-23000"/>
            <a:ext cx="9144000" cy="5143500"/>
          </a:xfrm>
          <a:prstGeom prst="rect">
            <a:avLst/>
          </a:prstGeom>
          <a:noFill/>
          <a:ln>
            <a:noFill/>
          </a:ln>
        </p:spPr>
      </p:sp>
      <p:sp>
        <p:nvSpPr>
          <p:cNvPr id="207" name="Google Shape;207;p16"/>
          <p:cNvSpPr/>
          <p:nvPr/>
        </p:nvSpPr>
        <p:spPr>
          <a:xfrm>
            <a:off x="6650525" y="0"/>
            <a:ext cx="2493600" cy="647100"/>
          </a:xfrm>
          <a:prstGeom prst="rect">
            <a:avLst/>
          </a:prstGeom>
          <a:solidFill>
            <a:srgbClr val="FF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lt1"/>
                </a:solidFill>
                <a:latin typeface="Outfit"/>
                <a:ea typeface="Outfit"/>
                <a:cs typeface="Outfit"/>
                <a:sym typeface="Outfit"/>
              </a:rPr>
              <a:t>Ne pas utiliser, merci de changer de mise en page car plus actuel avec le nouveau template </a:t>
            </a:r>
            <a:endParaRPr sz="1100" b="1">
              <a:solidFill>
                <a:schemeClr val="lt1"/>
              </a:solidFill>
              <a:latin typeface="Outfit"/>
              <a:ea typeface="Outfit"/>
              <a:cs typeface="Outfit"/>
              <a:sym typeface="Outfi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63 - Titre, contenu et visuel à droite - cadre blanc">
  <p:cSld name="63 - Titre, contenu et visuel à droite - cadre blanc">
    <p:spTree>
      <p:nvGrpSpPr>
        <p:cNvPr id="1" name="Shape 208"/>
        <p:cNvGrpSpPr/>
        <p:nvPr/>
      </p:nvGrpSpPr>
      <p:grpSpPr>
        <a:xfrm>
          <a:off x="0" y="0"/>
          <a:ext cx="0" cy="0"/>
          <a:chOff x="0" y="0"/>
          <a:chExt cx="0" cy="0"/>
        </a:xfrm>
      </p:grpSpPr>
      <p:grpSp>
        <p:nvGrpSpPr>
          <p:cNvPr id="209" name="Google Shape;209;p17"/>
          <p:cNvGrpSpPr/>
          <p:nvPr/>
        </p:nvGrpSpPr>
        <p:grpSpPr>
          <a:xfrm>
            <a:off x="6270019" y="304800"/>
            <a:ext cx="2593200" cy="3705000"/>
            <a:chOff x="6270019" y="304800"/>
            <a:chExt cx="2593200" cy="3705000"/>
          </a:xfrm>
        </p:grpSpPr>
        <p:sp>
          <p:nvSpPr>
            <p:cNvPr id="210" name="Google Shape;210;p17"/>
            <p:cNvSpPr/>
            <p:nvPr/>
          </p:nvSpPr>
          <p:spPr>
            <a:xfrm>
              <a:off x="6270019" y="304800"/>
              <a:ext cx="2593200" cy="3705000"/>
            </a:xfrm>
            <a:prstGeom prst="round2DiagRect">
              <a:avLst>
                <a:gd name="adj1" fmla="val 50000"/>
                <a:gd name="adj2" fmla="val 0"/>
              </a:avLst>
            </a:prstGeom>
            <a:solidFill>
              <a:srgbClr val="9FA7BB"/>
            </a:solidFill>
            <a:ln w="9525" cap="flat" cmpd="sng">
              <a:solidFill>
                <a:srgbClr val="6E7B9A"/>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1" name="Google Shape;211;p17"/>
            <p:cNvSpPr txBox="1"/>
            <p:nvPr/>
          </p:nvSpPr>
          <p:spPr>
            <a:xfrm>
              <a:off x="7110475"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212" name="Google Shape;212;p17"/>
          <p:cNvGrpSpPr/>
          <p:nvPr/>
        </p:nvGrpSpPr>
        <p:grpSpPr>
          <a:xfrm>
            <a:off x="198775" y="295049"/>
            <a:ext cx="8760000" cy="4663701"/>
            <a:chOff x="198775" y="295049"/>
            <a:chExt cx="8760000" cy="4663701"/>
          </a:xfrm>
        </p:grpSpPr>
        <p:sp>
          <p:nvSpPr>
            <p:cNvPr id="213" name="Google Shape;213;p17"/>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4" name="Google Shape;214;p17"/>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215" name="Google Shape;215;p17"/>
            <p:cNvCxnSpPr>
              <a:stCxn id="216"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17" name="Google Shape;217;p17"/>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18" name="Google Shape;218;p17"/>
            <p:cNvCxnSpPr>
              <a:endCxn id="217"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19" name="Google Shape;219;p17"/>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16" name="Google Shape;216;p17"/>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20" name="Google Shape;220;p17"/>
            <p:cNvCxnSpPr>
              <a:stCxn id="219" idx="2"/>
              <a:endCxn id="217"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221" name="Google Shape;221;p17"/>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a:t>
              </a:r>
              <a:r>
                <a:rPr lang="en" sz="500">
                  <a:solidFill>
                    <a:srgbClr val="0E2356"/>
                  </a:solidFill>
                  <a:latin typeface="Outfit"/>
                  <a:ea typeface="Outfit"/>
                  <a:cs typeface="Outfit"/>
                  <a:sym typeface="Outfit"/>
                </a:rPr>
                <a:t>4</a:t>
              </a:r>
              <a:r>
                <a:rPr lang="en" sz="500" b="0" i="0" u="none" strike="noStrike" cap="none">
                  <a:solidFill>
                    <a:srgbClr val="0E2356"/>
                  </a:solidFill>
                  <a:latin typeface="Outfit"/>
                  <a:ea typeface="Outfit"/>
                  <a:cs typeface="Outfit"/>
                  <a:sym typeface="Outfit"/>
                </a:rPr>
                <a:t>- All rights reserved</a:t>
              </a:r>
              <a:endParaRPr sz="500" b="0" i="0" u="none" strike="noStrike" cap="none">
                <a:solidFill>
                  <a:srgbClr val="0E2356"/>
                </a:solidFill>
                <a:latin typeface="Outfit"/>
                <a:ea typeface="Outfit"/>
                <a:cs typeface="Outfit"/>
                <a:sym typeface="Outfit"/>
              </a:endParaRPr>
            </a:p>
          </p:txBody>
        </p:sp>
      </p:grpSp>
      <p:sp>
        <p:nvSpPr>
          <p:cNvPr id="222" name="Google Shape;222;p17"/>
          <p:cNvSpPr txBox="1">
            <a:spLocks noGrp="1"/>
          </p:cNvSpPr>
          <p:nvPr>
            <p:ph type="body" idx="1"/>
          </p:nvPr>
        </p:nvSpPr>
        <p:spPr>
          <a:xfrm>
            <a:off x="562825" y="817275"/>
            <a:ext cx="5305500" cy="40521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23" name="Google Shape;223;p17"/>
          <p:cNvSpPr txBox="1">
            <a:spLocks noGrp="1"/>
          </p:cNvSpPr>
          <p:nvPr>
            <p:ph type="title"/>
          </p:nvPr>
        </p:nvSpPr>
        <p:spPr>
          <a:xfrm>
            <a:off x="562825" y="357529"/>
            <a:ext cx="5305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grpSp>
        <p:nvGrpSpPr>
          <p:cNvPr id="224" name="Google Shape;224;p17"/>
          <p:cNvGrpSpPr/>
          <p:nvPr/>
        </p:nvGrpSpPr>
        <p:grpSpPr>
          <a:xfrm>
            <a:off x="364209" y="292130"/>
            <a:ext cx="82155" cy="82230"/>
            <a:chOff x="7483200" y="518225"/>
            <a:chExt cx="602750" cy="603300"/>
          </a:xfrm>
        </p:grpSpPr>
        <p:sp>
          <p:nvSpPr>
            <p:cNvPr id="225" name="Google Shape;225;p17"/>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26" name="Google Shape;226;p17"/>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64 - Titre, sous-titre, contenu et visuel à droite - cadre blanc">
  <p:cSld name="64 - Titre, sous-titre, contenu et visuel à droite - cadre blanc">
    <p:spTree>
      <p:nvGrpSpPr>
        <p:cNvPr id="1" name="Shape 227"/>
        <p:cNvGrpSpPr/>
        <p:nvPr/>
      </p:nvGrpSpPr>
      <p:grpSpPr>
        <a:xfrm>
          <a:off x="0" y="0"/>
          <a:ext cx="0" cy="0"/>
          <a:chOff x="0" y="0"/>
          <a:chExt cx="0" cy="0"/>
        </a:xfrm>
      </p:grpSpPr>
      <p:grpSp>
        <p:nvGrpSpPr>
          <p:cNvPr id="228" name="Google Shape;228;p18"/>
          <p:cNvGrpSpPr/>
          <p:nvPr/>
        </p:nvGrpSpPr>
        <p:grpSpPr>
          <a:xfrm>
            <a:off x="6270019" y="304800"/>
            <a:ext cx="2593200" cy="3705000"/>
            <a:chOff x="6270019" y="304800"/>
            <a:chExt cx="2593200" cy="3705000"/>
          </a:xfrm>
        </p:grpSpPr>
        <p:sp>
          <p:nvSpPr>
            <p:cNvPr id="229" name="Google Shape;229;p18"/>
            <p:cNvSpPr/>
            <p:nvPr/>
          </p:nvSpPr>
          <p:spPr>
            <a:xfrm>
              <a:off x="6270019" y="304800"/>
              <a:ext cx="2593200" cy="3705000"/>
            </a:xfrm>
            <a:prstGeom prst="round2DiagRect">
              <a:avLst>
                <a:gd name="adj1" fmla="val 50000"/>
                <a:gd name="adj2" fmla="val 0"/>
              </a:avLst>
            </a:prstGeom>
            <a:solidFill>
              <a:srgbClr val="9FA7BB"/>
            </a:solidFill>
            <a:ln w="9525" cap="flat" cmpd="sng">
              <a:solidFill>
                <a:srgbClr val="6E7B9A"/>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30" name="Google Shape;230;p18"/>
            <p:cNvSpPr txBox="1"/>
            <p:nvPr/>
          </p:nvSpPr>
          <p:spPr>
            <a:xfrm>
              <a:off x="7110475"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231" name="Google Shape;231;p18"/>
          <p:cNvGrpSpPr/>
          <p:nvPr/>
        </p:nvGrpSpPr>
        <p:grpSpPr>
          <a:xfrm>
            <a:off x="198775" y="295049"/>
            <a:ext cx="8760000" cy="4663701"/>
            <a:chOff x="198775" y="295049"/>
            <a:chExt cx="8760000" cy="4663701"/>
          </a:xfrm>
        </p:grpSpPr>
        <p:cxnSp>
          <p:nvCxnSpPr>
            <p:cNvPr id="232" name="Google Shape;232;p18"/>
            <p:cNvCxnSpPr>
              <a:stCxn id="233" idx="2"/>
              <a:endCxn id="234"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nvGrpSpPr>
            <p:cNvPr id="235" name="Google Shape;235;p18"/>
            <p:cNvGrpSpPr/>
            <p:nvPr/>
          </p:nvGrpSpPr>
          <p:grpSpPr>
            <a:xfrm>
              <a:off x="198775" y="295049"/>
              <a:ext cx="8760000" cy="4663701"/>
              <a:chOff x="198775" y="295049"/>
              <a:chExt cx="8760000" cy="4663701"/>
            </a:xfrm>
          </p:grpSpPr>
          <p:sp>
            <p:nvSpPr>
              <p:cNvPr id="236" name="Google Shape;236;p18"/>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37" name="Google Shape;237;p18"/>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238" name="Google Shape;238;p18"/>
              <p:cNvCxnSpPr>
                <a:stCxn id="239"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34" name="Google Shape;234;p18"/>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40" name="Google Shape;240;p18"/>
              <p:cNvCxnSpPr>
                <a:endCxn id="234"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33" name="Google Shape;233;p18"/>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39" name="Google Shape;239;p18"/>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41" name="Google Shape;241;p18"/>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a:t>
                </a:r>
                <a:r>
                  <a:rPr lang="en" sz="500">
                    <a:solidFill>
                      <a:srgbClr val="0E2356"/>
                    </a:solidFill>
                    <a:latin typeface="Outfit"/>
                    <a:ea typeface="Outfit"/>
                    <a:cs typeface="Outfit"/>
                    <a:sym typeface="Outfit"/>
                  </a:rPr>
                  <a:t>4</a:t>
                </a:r>
                <a:r>
                  <a:rPr lang="en" sz="500" b="0" i="0" u="none" strike="noStrike" cap="none">
                    <a:solidFill>
                      <a:srgbClr val="0E2356"/>
                    </a:solidFill>
                    <a:latin typeface="Outfit"/>
                    <a:ea typeface="Outfit"/>
                    <a:cs typeface="Outfit"/>
                    <a:sym typeface="Outfit"/>
                  </a:rPr>
                  <a:t>- All rights reserved</a:t>
                </a:r>
                <a:endParaRPr sz="500" b="0" i="0" u="none" strike="noStrike" cap="none">
                  <a:solidFill>
                    <a:srgbClr val="0E2356"/>
                  </a:solidFill>
                  <a:latin typeface="Outfit"/>
                  <a:ea typeface="Outfit"/>
                  <a:cs typeface="Outfit"/>
                  <a:sym typeface="Outfit"/>
                </a:endParaRPr>
              </a:p>
            </p:txBody>
          </p:sp>
        </p:grpSp>
      </p:grpSp>
      <p:sp>
        <p:nvSpPr>
          <p:cNvPr id="242" name="Google Shape;242;p18"/>
          <p:cNvSpPr txBox="1">
            <a:spLocks noGrp="1"/>
          </p:cNvSpPr>
          <p:nvPr>
            <p:ph type="body" idx="1"/>
          </p:nvPr>
        </p:nvSpPr>
        <p:spPr>
          <a:xfrm>
            <a:off x="562800" y="1273200"/>
            <a:ext cx="5305500" cy="3591600"/>
          </a:xfrm>
          <a:prstGeom prst="rect">
            <a:avLst/>
          </a:prstGeom>
          <a:noFill/>
          <a:ln>
            <a:noFill/>
          </a:ln>
        </p:spPr>
        <p:txBody>
          <a:bodyPr spcFirstLastPara="1" wrap="square" lIns="0" tIns="180000" rIns="0"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43" name="Google Shape;243;p18"/>
          <p:cNvSpPr txBox="1">
            <a:spLocks noGrp="1"/>
          </p:cNvSpPr>
          <p:nvPr>
            <p:ph type="subTitle" idx="2"/>
          </p:nvPr>
        </p:nvSpPr>
        <p:spPr>
          <a:xfrm>
            <a:off x="571015" y="778000"/>
            <a:ext cx="5305500" cy="3240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244" name="Google Shape;244;p18"/>
          <p:cNvSpPr txBox="1">
            <a:spLocks noGrp="1"/>
          </p:cNvSpPr>
          <p:nvPr>
            <p:ph type="title"/>
          </p:nvPr>
        </p:nvSpPr>
        <p:spPr>
          <a:xfrm>
            <a:off x="562825" y="361400"/>
            <a:ext cx="5305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grpSp>
        <p:nvGrpSpPr>
          <p:cNvPr id="245" name="Google Shape;245;p18"/>
          <p:cNvGrpSpPr/>
          <p:nvPr/>
        </p:nvGrpSpPr>
        <p:grpSpPr>
          <a:xfrm>
            <a:off x="276301" y="295049"/>
            <a:ext cx="163560" cy="163519"/>
            <a:chOff x="6838242" y="539639"/>
            <a:chExt cx="1200000" cy="1199700"/>
          </a:xfrm>
        </p:grpSpPr>
        <p:sp>
          <p:nvSpPr>
            <p:cNvPr id="246" name="Google Shape;246;p18"/>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47" name="Google Shape;247;p18"/>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248" name="Google Shape;248;p18"/>
          <p:cNvSpPr/>
          <p:nvPr/>
        </p:nvSpPr>
        <p:spPr>
          <a:xfrm>
            <a:off x="417004" y="292130"/>
            <a:ext cx="29400" cy="29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65 - Titre, contenu, visuel à droite et bloc conclu - cadre blanc">
  <p:cSld name="65 - Titre, contenu, visuel à droite et bloc conclu - cadre blanc">
    <p:spTree>
      <p:nvGrpSpPr>
        <p:cNvPr id="1" name="Shape 249"/>
        <p:cNvGrpSpPr/>
        <p:nvPr/>
      </p:nvGrpSpPr>
      <p:grpSpPr>
        <a:xfrm>
          <a:off x="0" y="0"/>
          <a:ext cx="0" cy="0"/>
          <a:chOff x="0" y="0"/>
          <a:chExt cx="0" cy="0"/>
        </a:xfrm>
      </p:grpSpPr>
      <p:grpSp>
        <p:nvGrpSpPr>
          <p:cNvPr id="250" name="Google Shape;250;p19"/>
          <p:cNvGrpSpPr/>
          <p:nvPr/>
        </p:nvGrpSpPr>
        <p:grpSpPr>
          <a:xfrm rot="10800000">
            <a:off x="5754900" y="3471525"/>
            <a:ext cx="1392300" cy="1392300"/>
            <a:chOff x="7475475" y="301725"/>
            <a:chExt cx="1392300" cy="1392300"/>
          </a:xfrm>
        </p:grpSpPr>
        <p:sp>
          <p:nvSpPr>
            <p:cNvPr id="251" name="Google Shape;251;p19"/>
            <p:cNvSpPr/>
            <p:nvPr/>
          </p:nvSpPr>
          <p:spPr>
            <a:xfrm rot="10800000">
              <a:off x="7475475" y="301725"/>
              <a:ext cx="1392300" cy="1392300"/>
            </a:xfrm>
            <a:prstGeom prst="teardrop">
              <a:avLst>
                <a:gd name="adj" fmla="val 100000"/>
              </a:avLst>
            </a:prstGeom>
            <a:solidFill>
              <a:srgbClr val="9FA7B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52" name="Google Shape;252;p19"/>
            <p:cNvSpPr txBox="1"/>
            <p:nvPr/>
          </p:nvSpPr>
          <p:spPr>
            <a:xfrm rot="10800000">
              <a:off x="7776288" y="55385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253" name="Google Shape;253;p19"/>
          <p:cNvSpPr/>
          <p:nvPr/>
        </p:nvSpPr>
        <p:spPr>
          <a:xfrm>
            <a:off x="6549661" y="30172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254" name="Google Shape;254;p19"/>
          <p:cNvGrpSpPr/>
          <p:nvPr/>
        </p:nvGrpSpPr>
        <p:grpSpPr>
          <a:xfrm>
            <a:off x="198775" y="295049"/>
            <a:ext cx="8760000" cy="4663701"/>
            <a:chOff x="198775" y="295049"/>
            <a:chExt cx="8760000" cy="4663701"/>
          </a:xfrm>
        </p:grpSpPr>
        <p:sp>
          <p:nvSpPr>
            <p:cNvPr id="255" name="Google Shape;255;p19"/>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56" name="Google Shape;256;p19"/>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a:t>
              </a:r>
              <a:r>
                <a:rPr lang="en" sz="500">
                  <a:solidFill>
                    <a:srgbClr val="0E2356"/>
                  </a:solidFill>
                  <a:latin typeface="Outfit"/>
                  <a:ea typeface="Outfit"/>
                  <a:cs typeface="Outfit"/>
                  <a:sym typeface="Outfit"/>
                </a:rPr>
                <a:t>4</a:t>
              </a:r>
              <a:r>
                <a:rPr lang="en" sz="500" b="0" i="0" u="none" strike="noStrike" cap="none">
                  <a:solidFill>
                    <a:srgbClr val="0E2356"/>
                  </a:solidFill>
                  <a:latin typeface="Outfit"/>
                  <a:ea typeface="Outfit"/>
                  <a:cs typeface="Outfit"/>
                  <a:sym typeface="Outfit"/>
                </a:rPr>
                <a:t>- All rights reserved</a:t>
              </a:r>
              <a:endParaRPr sz="500" b="0" i="0" u="none" strike="noStrike" cap="none">
                <a:solidFill>
                  <a:srgbClr val="0E2356"/>
                </a:solidFill>
                <a:latin typeface="Outfit"/>
                <a:ea typeface="Outfit"/>
                <a:cs typeface="Outfit"/>
                <a:sym typeface="Outfit"/>
              </a:endParaRPr>
            </a:p>
          </p:txBody>
        </p:sp>
        <p:cxnSp>
          <p:nvCxnSpPr>
            <p:cNvPr id="257" name="Google Shape;257;p19"/>
            <p:cNvCxnSpPr>
              <a:stCxn id="258"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259" name="Google Shape;259;p19"/>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60" name="Google Shape;260;p19"/>
            <p:cNvCxnSpPr>
              <a:endCxn id="259"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261" name="Google Shape;261;p19"/>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58" name="Google Shape;258;p19"/>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262" name="Google Shape;262;p19"/>
            <p:cNvCxnSpPr>
              <a:stCxn id="261" idx="2"/>
              <a:endCxn id="259"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263" name="Google Shape;263;p19"/>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grpSp>
      <p:sp>
        <p:nvSpPr>
          <p:cNvPr id="264" name="Google Shape;264;p19"/>
          <p:cNvSpPr txBox="1">
            <a:spLocks noGrp="1"/>
          </p:cNvSpPr>
          <p:nvPr>
            <p:ph type="body" idx="1"/>
          </p:nvPr>
        </p:nvSpPr>
        <p:spPr>
          <a:xfrm>
            <a:off x="562775" y="817275"/>
            <a:ext cx="4790400" cy="40521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265" name="Google Shape;265;p19"/>
          <p:cNvSpPr txBox="1">
            <a:spLocks noGrp="1"/>
          </p:cNvSpPr>
          <p:nvPr>
            <p:ph type="title"/>
          </p:nvPr>
        </p:nvSpPr>
        <p:spPr>
          <a:xfrm>
            <a:off x="562825" y="361375"/>
            <a:ext cx="47904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266" name="Google Shape;266;p19"/>
          <p:cNvSpPr txBox="1">
            <a:spLocks noGrp="1"/>
          </p:cNvSpPr>
          <p:nvPr>
            <p:ph type="body" idx="2"/>
          </p:nvPr>
        </p:nvSpPr>
        <p:spPr>
          <a:xfrm>
            <a:off x="6920978" y="765250"/>
            <a:ext cx="1699500" cy="2085900"/>
          </a:xfrm>
          <a:prstGeom prst="rect">
            <a:avLst/>
          </a:prstGeom>
          <a:noFill/>
          <a:ln>
            <a:noFill/>
          </a:ln>
        </p:spPr>
        <p:txBody>
          <a:bodyPr spcFirstLastPara="1" wrap="square" lIns="0"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cxnSp>
        <p:nvCxnSpPr>
          <p:cNvPr id="267" name="Google Shape;267;p19"/>
          <p:cNvCxnSpPr/>
          <p:nvPr/>
        </p:nvCxnSpPr>
        <p:spPr>
          <a:xfrm>
            <a:off x="8867775" y="434100"/>
            <a:ext cx="0" cy="1588800"/>
          </a:xfrm>
          <a:prstGeom prst="straightConnector1">
            <a:avLst/>
          </a:prstGeom>
          <a:noFill/>
          <a:ln w="9525" cap="flat" cmpd="sng">
            <a:solidFill>
              <a:schemeClr val="dk2"/>
            </a:solidFill>
            <a:prstDash val="solid"/>
            <a:round/>
            <a:headEnd type="none" w="med" len="med"/>
            <a:tailEnd type="none" w="med" len="med"/>
          </a:ln>
        </p:spPr>
      </p:cxnSp>
      <p:sp>
        <p:nvSpPr>
          <p:cNvPr id="268" name="Google Shape;268;p19"/>
          <p:cNvSpPr/>
          <p:nvPr/>
        </p:nvSpPr>
        <p:spPr>
          <a:xfrm>
            <a:off x="417004" y="292130"/>
            <a:ext cx="29400" cy="29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69" name="Google Shape;269;p19"/>
          <p:cNvSpPr/>
          <p:nvPr/>
        </p:nvSpPr>
        <p:spPr>
          <a:xfrm>
            <a:off x="364209" y="345001"/>
            <a:ext cx="29400" cy="29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67 - Titre, contenu et visuel à gauche - cadre blanc">
  <p:cSld name="67 - Titre, contenu et visuel à gauche - cadre blanc">
    <p:spTree>
      <p:nvGrpSpPr>
        <p:cNvPr id="1" name="Shape 293"/>
        <p:cNvGrpSpPr/>
        <p:nvPr/>
      </p:nvGrpSpPr>
      <p:grpSpPr>
        <a:xfrm>
          <a:off x="0" y="0"/>
          <a:ext cx="0" cy="0"/>
          <a:chOff x="0" y="0"/>
          <a:chExt cx="0" cy="0"/>
        </a:xfrm>
      </p:grpSpPr>
      <p:sp>
        <p:nvSpPr>
          <p:cNvPr id="294" name="Google Shape;294;p21"/>
          <p:cNvSpPr txBox="1">
            <a:spLocks noGrp="1"/>
          </p:cNvSpPr>
          <p:nvPr>
            <p:ph type="title"/>
          </p:nvPr>
        </p:nvSpPr>
        <p:spPr>
          <a:xfrm>
            <a:off x="3440825" y="359479"/>
            <a:ext cx="51366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
        <p:nvSpPr>
          <p:cNvPr id="295" name="Google Shape;295;p21"/>
          <p:cNvSpPr txBox="1">
            <a:spLocks noGrp="1"/>
          </p:cNvSpPr>
          <p:nvPr>
            <p:ph type="body" idx="1"/>
          </p:nvPr>
        </p:nvSpPr>
        <p:spPr>
          <a:xfrm>
            <a:off x="3440825" y="817275"/>
            <a:ext cx="5136600" cy="40476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grpSp>
        <p:nvGrpSpPr>
          <p:cNvPr id="296" name="Google Shape;296;p21"/>
          <p:cNvGrpSpPr/>
          <p:nvPr/>
        </p:nvGrpSpPr>
        <p:grpSpPr>
          <a:xfrm>
            <a:off x="571494" y="306825"/>
            <a:ext cx="2593200" cy="3705000"/>
            <a:chOff x="-2696606" y="304800"/>
            <a:chExt cx="2593200" cy="3705000"/>
          </a:xfrm>
        </p:grpSpPr>
        <p:sp>
          <p:nvSpPr>
            <p:cNvPr id="297" name="Google Shape;297;p21"/>
            <p:cNvSpPr/>
            <p:nvPr/>
          </p:nvSpPr>
          <p:spPr>
            <a:xfrm>
              <a:off x="-2696606" y="304800"/>
              <a:ext cx="2593200" cy="3705000"/>
            </a:xfrm>
            <a:prstGeom prst="round2DiagRect">
              <a:avLst>
                <a:gd name="adj1" fmla="val 50000"/>
                <a:gd name="adj2" fmla="val 0"/>
              </a:avLst>
            </a:prstGeom>
            <a:solidFill>
              <a:srgbClr val="9FA7BB"/>
            </a:solidFill>
            <a:ln w="9525" cap="flat" cmpd="sng">
              <a:solidFill>
                <a:srgbClr val="6E7B9A"/>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298" name="Google Shape;298;p21"/>
            <p:cNvSpPr txBox="1"/>
            <p:nvPr/>
          </p:nvSpPr>
          <p:spPr>
            <a:xfrm>
              <a:off x="-1856150"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299" name="Google Shape;299;p21"/>
          <p:cNvGrpSpPr/>
          <p:nvPr/>
        </p:nvGrpSpPr>
        <p:grpSpPr>
          <a:xfrm>
            <a:off x="198775" y="292130"/>
            <a:ext cx="8760000" cy="4666620"/>
            <a:chOff x="198775" y="292130"/>
            <a:chExt cx="8760000" cy="4666620"/>
          </a:xfrm>
        </p:grpSpPr>
        <p:grpSp>
          <p:nvGrpSpPr>
            <p:cNvPr id="300" name="Google Shape;300;p21"/>
            <p:cNvGrpSpPr/>
            <p:nvPr/>
          </p:nvGrpSpPr>
          <p:grpSpPr>
            <a:xfrm>
              <a:off x="276301" y="292130"/>
              <a:ext cx="170063" cy="166438"/>
              <a:chOff x="6838242" y="518225"/>
              <a:chExt cx="1247708" cy="1221114"/>
            </a:xfrm>
          </p:grpSpPr>
          <p:sp>
            <p:nvSpPr>
              <p:cNvPr id="301" name="Google Shape;301;p21"/>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2" name="Google Shape;302;p21"/>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3" name="Google Shape;303;p21"/>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04" name="Google Shape;304;p21"/>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05" name="Google Shape;305;p21"/>
            <p:cNvCxnSpPr>
              <a:stCxn id="306"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07" name="Google Shape;307;p21"/>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08" name="Google Shape;308;p21"/>
            <p:cNvCxnSpPr>
              <a:endCxn id="307"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09" name="Google Shape;309;p21"/>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06" name="Google Shape;306;p21"/>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10" name="Google Shape;310;p21"/>
            <p:cNvCxnSpPr>
              <a:stCxn id="309" idx="2"/>
              <a:endCxn id="307"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311" name="Google Shape;311;p21"/>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2024- All rights reserved</a:t>
              </a:r>
              <a:endParaRPr sz="500" b="0" i="0" u="none" strike="noStrike" cap="none">
                <a:solidFill>
                  <a:srgbClr val="0E2356"/>
                </a:solidFill>
                <a:latin typeface="Outfit"/>
                <a:ea typeface="Outfit"/>
                <a:cs typeface="Outfit"/>
                <a:sym typeface="Outfit"/>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68 - Titre, sous-titre, contenu et visuel à gauche - cadre blanc">
  <p:cSld name="68 - Titre, sous-titre, contenu et visuel à gauche - cadre blanc">
    <p:spTree>
      <p:nvGrpSpPr>
        <p:cNvPr id="1" name="Shape 312"/>
        <p:cNvGrpSpPr/>
        <p:nvPr/>
      </p:nvGrpSpPr>
      <p:grpSpPr>
        <a:xfrm>
          <a:off x="0" y="0"/>
          <a:ext cx="0" cy="0"/>
          <a:chOff x="0" y="0"/>
          <a:chExt cx="0" cy="0"/>
        </a:xfrm>
      </p:grpSpPr>
      <p:sp>
        <p:nvSpPr>
          <p:cNvPr id="313" name="Google Shape;313;p22"/>
          <p:cNvSpPr/>
          <p:nvPr/>
        </p:nvSpPr>
        <p:spPr>
          <a:xfrm rot="5400000" flipH="1">
            <a:off x="4143250" y="131125"/>
            <a:ext cx="4709400" cy="4865400"/>
          </a:xfrm>
          <a:prstGeom prst="round2SameRect">
            <a:avLst>
              <a:gd name="adj1" fmla="val 1367"/>
              <a:gd name="adj2" fmla="val 0"/>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14" name="Google Shape;314;p22"/>
          <p:cNvSpPr txBox="1">
            <a:spLocks noGrp="1"/>
          </p:cNvSpPr>
          <p:nvPr>
            <p:ph type="subTitle" idx="1"/>
          </p:nvPr>
        </p:nvSpPr>
        <p:spPr>
          <a:xfrm>
            <a:off x="3442450" y="779144"/>
            <a:ext cx="5139300" cy="3042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15" name="Google Shape;315;p22"/>
          <p:cNvSpPr txBox="1">
            <a:spLocks noGrp="1"/>
          </p:cNvSpPr>
          <p:nvPr>
            <p:ph type="body" idx="2"/>
          </p:nvPr>
        </p:nvSpPr>
        <p:spPr>
          <a:xfrm>
            <a:off x="3438150" y="1271025"/>
            <a:ext cx="5139300" cy="35937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16" name="Google Shape;316;p22"/>
          <p:cNvSpPr txBox="1">
            <a:spLocks noGrp="1"/>
          </p:cNvSpPr>
          <p:nvPr>
            <p:ph type="title"/>
          </p:nvPr>
        </p:nvSpPr>
        <p:spPr>
          <a:xfrm>
            <a:off x="3438150" y="358969"/>
            <a:ext cx="51393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grpSp>
        <p:nvGrpSpPr>
          <p:cNvPr id="317" name="Google Shape;317;p22"/>
          <p:cNvGrpSpPr/>
          <p:nvPr/>
        </p:nvGrpSpPr>
        <p:grpSpPr>
          <a:xfrm>
            <a:off x="571494" y="306825"/>
            <a:ext cx="2593200" cy="3705000"/>
            <a:chOff x="-2696606" y="304800"/>
            <a:chExt cx="2593200" cy="3705000"/>
          </a:xfrm>
        </p:grpSpPr>
        <p:sp>
          <p:nvSpPr>
            <p:cNvPr id="318" name="Google Shape;318;p22"/>
            <p:cNvSpPr/>
            <p:nvPr/>
          </p:nvSpPr>
          <p:spPr>
            <a:xfrm>
              <a:off x="-2696606" y="304800"/>
              <a:ext cx="2593200" cy="3705000"/>
            </a:xfrm>
            <a:prstGeom prst="round2DiagRect">
              <a:avLst>
                <a:gd name="adj1" fmla="val 50000"/>
                <a:gd name="adj2" fmla="val 0"/>
              </a:avLst>
            </a:prstGeom>
            <a:solidFill>
              <a:srgbClr val="9FA7BB"/>
            </a:solidFill>
            <a:ln w="9525" cap="flat" cmpd="sng">
              <a:solidFill>
                <a:srgbClr val="6E7B9A"/>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19" name="Google Shape;319;p22"/>
            <p:cNvSpPr txBox="1"/>
            <p:nvPr/>
          </p:nvSpPr>
          <p:spPr>
            <a:xfrm>
              <a:off x="-1856150"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320" name="Google Shape;320;p22"/>
          <p:cNvGrpSpPr/>
          <p:nvPr/>
        </p:nvGrpSpPr>
        <p:grpSpPr>
          <a:xfrm>
            <a:off x="198775" y="292130"/>
            <a:ext cx="8760000" cy="4666620"/>
            <a:chOff x="198775" y="292130"/>
            <a:chExt cx="8760000" cy="4666620"/>
          </a:xfrm>
        </p:grpSpPr>
        <p:grpSp>
          <p:nvGrpSpPr>
            <p:cNvPr id="321" name="Google Shape;321;p22"/>
            <p:cNvGrpSpPr/>
            <p:nvPr/>
          </p:nvGrpSpPr>
          <p:grpSpPr>
            <a:xfrm>
              <a:off x="276301" y="292130"/>
              <a:ext cx="170063" cy="166438"/>
              <a:chOff x="6838242" y="518225"/>
              <a:chExt cx="1247708" cy="1221114"/>
            </a:xfrm>
          </p:grpSpPr>
          <p:sp>
            <p:nvSpPr>
              <p:cNvPr id="322" name="Google Shape;322;p22"/>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23" name="Google Shape;323;p22"/>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24" name="Google Shape;324;p22"/>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25" name="Google Shape;325;p22"/>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26" name="Google Shape;326;p22"/>
            <p:cNvCxnSpPr>
              <a:stCxn id="327"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28" name="Google Shape;328;p22"/>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29" name="Google Shape;329;p22"/>
            <p:cNvCxnSpPr>
              <a:endCxn id="328"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30" name="Google Shape;330;p22"/>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27" name="Google Shape;327;p22"/>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31" name="Google Shape;331;p22"/>
            <p:cNvCxnSpPr>
              <a:stCxn id="330" idx="2"/>
              <a:endCxn id="328"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332" name="Google Shape;332;p22"/>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a:t>
              </a:r>
              <a:r>
                <a:rPr lang="en" sz="500">
                  <a:solidFill>
                    <a:srgbClr val="0E2356"/>
                  </a:solidFill>
                  <a:latin typeface="Outfit"/>
                  <a:ea typeface="Outfit"/>
                  <a:cs typeface="Outfit"/>
                  <a:sym typeface="Outfit"/>
                </a:rPr>
                <a:t>4</a:t>
              </a:r>
              <a:r>
                <a:rPr lang="en" sz="500" b="0" i="0" u="none" strike="noStrike" cap="none">
                  <a:solidFill>
                    <a:srgbClr val="0E2356"/>
                  </a:solidFill>
                  <a:latin typeface="Outfit"/>
                  <a:ea typeface="Outfit"/>
                  <a:cs typeface="Outfit"/>
                  <a:sym typeface="Outfit"/>
                </a:rPr>
                <a:t>- All rights reserved</a:t>
              </a:r>
              <a:endParaRPr sz="500" b="0" i="0" u="none" strike="noStrike" cap="none">
                <a:solidFill>
                  <a:srgbClr val="0E2356"/>
                </a:solidFill>
                <a:latin typeface="Outfit"/>
                <a:ea typeface="Outfit"/>
                <a:cs typeface="Outfit"/>
                <a:sym typeface="Outfit"/>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69 - Titre, contenu, visuel à gauche et bloc conclu - cadre blanc">
  <p:cSld name="69 - Titre, contenu, visuel à gauche et bloc conclu - cadre blanc">
    <p:spTree>
      <p:nvGrpSpPr>
        <p:cNvPr id="1" name="Shape 333"/>
        <p:cNvGrpSpPr/>
        <p:nvPr/>
      </p:nvGrpSpPr>
      <p:grpSpPr>
        <a:xfrm>
          <a:off x="0" y="0"/>
          <a:ext cx="0" cy="0"/>
          <a:chOff x="0" y="0"/>
          <a:chExt cx="0" cy="0"/>
        </a:xfrm>
      </p:grpSpPr>
      <p:grpSp>
        <p:nvGrpSpPr>
          <p:cNvPr id="334" name="Google Shape;334;p23"/>
          <p:cNvGrpSpPr/>
          <p:nvPr/>
        </p:nvGrpSpPr>
        <p:grpSpPr>
          <a:xfrm>
            <a:off x="198775" y="292130"/>
            <a:ext cx="8760000" cy="4666620"/>
            <a:chOff x="198775" y="292130"/>
            <a:chExt cx="8760000" cy="4666620"/>
          </a:xfrm>
        </p:grpSpPr>
        <p:grpSp>
          <p:nvGrpSpPr>
            <p:cNvPr id="335" name="Google Shape;335;p23"/>
            <p:cNvGrpSpPr/>
            <p:nvPr/>
          </p:nvGrpSpPr>
          <p:grpSpPr>
            <a:xfrm>
              <a:off x="276301" y="292130"/>
              <a:ext cx="170063" cy="166438"/>
              <a:chOff x="6838242" y="518225"/>
              <a:chExt cx="1247708" cy="1221114"/>
            </a:xfrm>
          </p:grpSpPr>
          <p:sp>
            <p:nvSpPr>
              <p:cNvPr id="336" name="Google Shape;336;p23"/>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37" name="Google Shape;337;p23"/>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38" name="Google Shape;338;p23"/>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39" name="Google Shape;339;p23"/>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40" name="Google Shape;340;p23"/>
            <p:cNvCxnSpPr>
              <a:stCxn id="341"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42" name="Google Shape;342;p23"/>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43" name="Google Shape;343;p23"/>
            <p:cNvCxnSpPr>
              <a:endCxn id="342"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44" name="Google Shape;344;p23"/>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41" name="Google Shape;341;p23"/>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45" name="Google Shape;345;p23"/>
            <p:cNvCxnSpPr>
              <a:stCxn id="344" idx="2"/>
              <a:endCxn id="342"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346" name="Google Shape;346;p23"/>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a:t>
              </a:r>
              <a:r>
                <a:rPr lang="en" sz="500">
                  <a:solidFill>
                    <a:srgbClr val="0E2356"/>
                  </a:solidFill>
                  <a:latin typeface="Outfit"/>
                  <a:ea typeface="Outfit"/>
                  <a:cs typeface="Outfit"/>
                  <a:sym typeface="Outfit"/>
                </a:rPr>
                <a:t>4</a:t>
              </a:r>
              <a:r>
                <a:rPr lang="en" sz="500" b="0" i="0" u="none" strike="noStrike" cap="none">
                  <a:solidFill>
                    <a:srgbClr val="0E2356"/>
                  </a:solidFill>
                  <a:latin typeface="Outfit"/>
                  <a:ea typeface="Outfit"/>
                  <a:cs typeface="Outfit"/>
                  <a:sym typeface="Outfit"/>
                </a:rPr>
                <a:t>- All rights reserved</a:t>
              </a:r>
              <a:endParaRPr sz="500" b="0" i="0" u="none" strike="noStrike" cap="none">
                <a:solidFill>
                  <a:srgbClr val="0E2356"/>
                </a:solidFill>
                <a:latin typeface="Outfit"/>
                <a:ea typeface="Outfit"/>
                <a:cs typeface="Outfit"/>
                <a:sym typeface="Outfit"/>
              </a:endParaRPr>
            </a:p>
          </p:txBody>
        </p:sp>
      </p:grpSp>
      <p:sp>
        <p:nvSpPr>
          <p:cNvPr id="347" name="Google Shape;347;p23"/>
          <p:cNvSpPr txBox="1">
            <a:spLocks noGrp="1"/>
          </p:cNvSpPr>
          <p:nvPr>
            <p:ph type="title"/>
          </p:nvPr>
        </p:nvSpPr>
        <p:spPr>
          <a:xfrm>
            <a:off x="3932050" y="354589"/>
            <a:ext cx="4645500" cy="328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grpSp>
        <p:nvGrpSpPr>
          <p:cNvPr id="348" name="Google Shape;348;p23"/>
          <p:cNvGrpSpPr/>
          <p:nvPr/>
        </p:nvGrpSpPr>
        <p:grpSpPr>
          <a:xfrm rot="10800000">
            <a:off x="420900" y="3471525"/>
            <a:ext cx="1392300" cy="1392300"/>
            <a:chOff x="7475475" y="301725"/>
            <a:chExt cx="1392300" cy="1392300"/>
          </a:xfrm>
        </p:grpSpPr>
        <p:sp>
          <p:nvSpPr>
            <p:cNvPr id="349" name="Google Shape;349;p23"/>
            <p:cNvSpPr/>
            <p:nvPr/>
          </p:nvSpPr>
          <p:spPr>
            <a:xfrm rot="10800000">
              <a:off x="7475475" y="301725"/>
              <a:ext cx="1392300" cy="1392300"/>
            </a:xfrm>
            <a:prstGeom prst="teardrop">
              <a:avLst>
                <a:gd name="adj" fmla="val 100000"/>
              </a:avLst>
            </a:prstGeom>
            <a:solidFill>
              <a:srgbClr val="9FA7B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50" name="Google Shape;350;p23"/>
            <p:cNvSpPr txBox="1"/>
            <p:nvPr/>
          </p:nvSpPr>
          <p:spPr>
            <a:xfrm rot="10800000">
              <a:off x="7776275" y="553855"/>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351" name="Google Shape;351;p23"/>
          <p:cNvSpPr txBox="1">
            <a:spLocks noGrp="1"/>
          </p:cNvSpPr>
          <p:nvPr>
            <p:ph type="body" idx="1"/>
          </p:nvPr>
        </p:nvSpPr>
        <p:spPr>
          <a:xfrm>
            <a:off x="1511925" y="817275"/>
            <a:ext cx="1719000" cy="2085600"/>
          </a:xfrm>
          <a:prstGeom prst="rect">
            <a:avLst/>
          </a:prstGeom>
          <a:noFill/>
          <a:ln>
            <a:noFill/>
          </a:ln>
        </p:spPr>
        <p:txBody>
          <a:bodyPr spcFirstLastPara="1" wrap="square" lIns="0" tIns="91425" rIns="91425" bIns="91425"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52" name="Google Shape;352;p23"/>
          <p:cNvSpPr txBox="1">
            <a:spLocks noGrp="1"/>
          </p:cNvSpPr>
          <p:nvPr>
            <p:ph type="body" idx="2"/>
          </p:nvPr>
        </p:nvSpPr>
        <p:spPr>
          <a:xfrm>
            <a:off x="3932200" y="817275"/>
            <a:ext cx="4645500" cy="40467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53" name="Google Shape;353;p23"/>
          <p:cNvSpPr/>
          <p:nvPr/>
        </p:nvSpPr>
        <p:spPr>
          <a:xfrm>
            <a:off x="1209075" y="30172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70 - Titre, sous-titre, contenu, visuel à gauche et bloc conclu - cadre blanc">
  <p:cSld name="70 - Titre, sous-titre, contenu, visuel à gauche et bloc conclu - cadre blanc">
    <p:spTree>
      <p:nvGrpSpPr>
        <p:cNvPr id="1" name="Shape 354"/>
        <p:cNvGrpSpPr/>
        <p:nvPr/>
      </p:nvGrpSpPr>
      <p:grpSpPr>
        <a:xfrm>
          <a:off x="0" y="0"/>
          <a:ext cx="0" cy="0"/>
          <a:chOff x="0" y="0"/>
          <a:chExt cx="0" cy="0"/>
        </a:xfrm>
      </p:grpSpPr>
      <p:grpSp>
        <p:nvGrpSpPr>
          <p:cNvPr id="355" name="Google Shape;355;p24"/>
          <p:cNvGrpSpPr/>
          <p:nvPr/>
        </p:nvGrpSpPr>
        <p:grpSpPr>
          <a:xfrm>
            <a:off x="198775" y="292130"/>
            <a:ext cx="8760000" cy="4666620"/>
            <a:chOff x="198775" y="292130"/>
            <a:chExt cx="8760000" cy="4666620"/>
          </a:xfrm>
        </p:grpSpPr>
        <p:grpSp>
          <p:nvGrpSpPr>
            <p:cNvPr id="356" name="Google Shape;356;p24"/>
            <p:cNvGrpSpPr/>
            <p:nvPr/>
          </p:nvGrpSpPr>
          <p:grpSpPr>
            <a:xfrm>
              <a:off x="276301" y="292130"/>
              <a:ext cx="170063" cy="166438"/>
              <a:chOff x="6838242" y="518225"/>
              <a:chExt cx="1247708" cy="1221114"/>
            </a:xfrm>
          </p:grpSpPr>
          <p:sp>
            <p:nvSpPr>
              <p:cNvPr id="357" name="Google Shape;357;p24"/>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58" name="Google Shape;358;p24"/>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59" name="Google Shape;359;p24"/>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360" name="Google Shape;360;p24"/>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361" name="Google Shape;361;p24"/>
            <p:cNvCxnSpPr>
              <a:stCxn id="362"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363" name="Google Shape;363;p24"/>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64" name="Google Shape;364;p24"/>
            <p:cNvCxnSpPr>
              <a:endCxn id="363"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365" name="Google Shape;365;p24"/>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62" name="Google Shape;362;p24"/>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366" name="Google Shape;366;p24"/>
            <p:cNvCxnSpPr>
              <a:stCxn id="365" idx="2"/>
              <a:endCxn id="363"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367" name="Google Shape;367;p24"/>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rgbClr val="0E2356"/>
                  </a:solidFill>
                  <a:latin typeface="Outfit Medium"/>
                  <a:ea typeface="Outfit Medium"/>
                  <a:cs typeface="Outfit Medium"/>
                  <a:sym typeface="Outfit Medium"/>
                </a:rPr>
                <a:t>OCTO I PART OF ACCENTURE</a:t>
              </a:r>
              <a:r>
                <a:rPr lang="en" sz="500" b="0" i="0" u="none" strike="noStrike" cap="none">
                  <a:solidFill>
                    <a:srgbClr val="0E2356"/>
                  </a:solidFill>
                  <a:latin typeface="Outfit"/>
                  <a:ea typeface="Outfit"/>
                  <a:cs typeface="Outfit"/>
                  <a:sym typeface="Outfit"/>
                </a:rPr>
                <a:t>© 202</a:t>
              </a:r>
              <a:r>
                <a:rPr lang="en" sz="500">
                  <a:solidFill>
                    <a:srgbClr val="0E2356"/>
                  </a:solidFill>
                  <a:latin typeface="Outfit"/>
                  <a:ea typeface="Outfit"/>
                  <a:cs typeface="Outfit"/>
                  <a:sym typeface="Outfit"/>
                </a:rPr>
                <a:t>4</a:t>
              </a:r>
              <a:r>
                <a:rPr lang="en" sz="500" b="0" i="0" u="none" strike="noStrike" cap="none">
                  <a:solidFill>
                    <a:srgbClr val="0E2356"/>
                  </a:solidFill>
                  <a:latin typeface="Outfit"/>
                  <a:ea typeface="Outfit"/>
                  <a:cs typeface="Outfit"/>
                  <a:sym typeface="Outfit"/>
                </a:rPr>
                <a:t>- All rights reserved</a:t>
              </a:r>
              <a:endParaRPr sz="500" b="0" i="0" u="none" strike="noStrike" cap="none">
                <a:solidFill>
                  <a:srgbClr val="0E2356"/>
                </a:solidFill>
                <a:latin typeface="Outfit"/>
                <a:ea typeface="Outfit"/>
                <a:cs typeface="Outfit"/>
                <a:sym typeface="Outfit"/>
              </a:endParaRPr>
            </a:p>
          </p:txBody>
        </p:sp>
      </p:grpSp>
      <p:sp>
        <p:nvSpPr>
          <p:cNvPr id="368" name="Google Shape;368;p24"/>
          <p:cNvSpPr txBox="1">
            <a:spLocks noGrp="1"/>
          </p:cNvSpPr>
          <p:nvPr>
            <p:ph type="body" idx="1"/>
          </p:nvPr>
        </p:nvSpPr>
        <p:spPr>
          <a:xfrm>
            <a:off x="3943350" y="1271025"/>
            <a:ext cx="4634100" cy="35928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369" name="Google Shape;369;p24"/>
          <p:cNvSpPr txBox="1">
            <a:spLocks noGrp="1"/>
          </p:cNvSpPr>
          <p:nvPr>
            <p:ph type="subTitle" idx="2"/>
          </p:nvPr>
        </p:nvSpPr>
        <p:spPr>
          <a:xfrm>
            <a:off x="3935160" y="770954"/>
            <a:ext cx="4634100" cy="3441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70" name="Google Shape;370;p24"/>
          <p:cNvSpPr txBox="1">
            <a:spLocks noGrp="1"/>
          </p:cNvSpPr>
          <p:nvPr>
            <p:ph type="title"/>
          </p:nvPr>
        </p:nvSpPr>
        <p:spPr>
          <a:xfrm>
            <a:off x="3935160" y="348717"/>
            <a:ext cx="4634100" cy="3441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grpSp>
        <p:nvGrpSpPr>
          <p:cNvPr id="371" name="Google Shape;371;p24"/>
          <p:cNvGrpSpPr/>
          <p:nvPr/>
        </p:nvGrpSpPr>
        <p:grpSpPr>
          <a:xfrm rot="10800000">
            <a:off x="420900" y="3471800"/>
            <a:ext cx="1392300" cy="1392300"/>
            <a:chOff x="7475475" y="301725"/>
            <a:chExt cx="1392300" cy="1392300"/>
          </a:xfrm>
        </p:grpSpPr>
        <p:sp>
          <p:nvSpPr>
            <p:cNvPr id="372" name="Google Shape;372;p24"/>
            <p:cNvSpPr/>
            <p:nvPr/>
          </p:nvSpPr>
          <p:spPr>
            <a:xfrm rot="10800000">
              <a:off x="7475475" y="301725"/>
              <a:ext cx="1392300" cy="1392300"/>
            </a:xfrm>
            <a:prstGeom prst="teardrop">
              <a:avLst>
                <a:gd name="adj" fmla="val 100000"/>
              </a:avLst>
            </a:prstGeom>
            <a:solidFill>
              <a:srgbClr val="9FA7BB"/>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73" name="Google Shape;373;p24"/>
            <p:cNvSpPr txBox="1"/>
            <p:nvPr/>
          </p:nvSpPr>
          <p:spPr>
            <a:xfrm rot="10800000">
              <a:off x="7776288" y="55385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sp>
        <p:nvSpPr>
          <p:cNvPr id="374" name="Google Shape;374;p24"/>
          <p:cNvSpPr/>
          <p:nvPr/>
        </p:nvSpPr>
        <p:spPr>
          <a:xfrm>
            <a:off x="1209075" y="300315"/>
            <a:ext cx="2324700" cy="3169800"/>
          </a:xfrm>
          <a:prstGeom prst="round2DiagRect">
            <a:avLst>
              <a:gd name="adj1" fmla="val 50000"/>
              <a:gd name="adj2" fmla="val 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375" name="Google Shape;375;p24"/>
          <p:cNvSpPr txBox="1">
            <a:spLocks noGrp="1"/>
          </p:cNvSpPr>
          <p:nvPr>
            <p:ph type="body" idx="3"/>
          </p:nvPr>
        </p:nvSpPr>
        <p:spPr>
          <a:xfrm>
            <a:off x="1511925" y="812385"/>
            <a:ext cx="1719000" cy="20823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15000"/>
              </a:lnSpc>
              <a:spcBef>
                <a:spcPts val="0"/>
              </a:spcBef>
              <a:spcAft>
                <a:spcPts val="0"/>
              </a:spcAft>
              <a:buClr>
                <a:schemeClr val="accent3"/>
              </a:buClr>
              <a:buSzPts val="1200"/>
              <a:buFont typeface="Outfit"/>
              <a:buNone/>
              <a:defRPr sz="1200" b="1"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accent3"/>
              </a:buClr>
              <a:buSzPts val="1200"/>
              <a:buFont typeface="Outfit"/>
              <a:buNone/>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Font typeface="Outfit"/>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Font typeface="Outfit"/>
              <a:buNone/>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Font typeface="Outfit"/>
              <a:buNone/>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90 - Table des matières [2]">
  <p:cSld name="90 - Table des matières [2]">
    <p:spTree>
      <p:nvGrpSpPr>
        <p:cNvPr id="1" name="Shape 376"/>
        <p:cNvGrpSpPr/>
        <p:nvPr/>
      </p:nvGrpSpPr>
      <p:grpSpPr>
        <a:xfrm>
          <a:off x="0" y="0"/>
          <a:ext cx="0" cy="0"/>
          <a:chOff x="0" y="0"/>
          <a:chExt cx="0" cy="0"/>
        </a:xfrm>
      </p:grpSpPr>
      <p:sp>
        <p:nvSpPr>
          <p:cNvPr id="377" name="Google Shape;377;p25"/>
          <p:cNvSpPr txBox="1">
            <a:spLocks noGrp="1"/>
          </p:cNvSpPr>
          <p:nvPr>
            <p:ph type="title"/>
          </p:nvPr>
        </p:nvSpPr>
        <p:spPr>
          <a:xfrm>
            <a:off x="829600" y="1260303"/>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78" name="Google Shape;378;p25"/>
          <p:cNvSpPr txBox="1">
            <a:spLocks noGrp="1"/>
          </p:cNvSpPr>
          <p:nvPr>
            <p:ph type="body" idx="1"/>
          </p:nvPr>
        </p:nvSpPr>
        <p:spPr>
          <a:xfrm>
            <a:off x="2236850" y="2248633"/>
            <a:ext cx="2335200" cy="788100"/>
          </a:xfrm>
          <a:prstGeom prst="rect">
            <a:avLst/>
          </a:prstGeom>
          <a:noFill/>
          <a:ln>
            <a:noFill/>
          </a:ln>
        </p:spPr>
        <p:txBody>
          <a:bodyPr spcFirstLastPara="1" wrap="square" lIns="0" tIns="0" rIns="0" bIns="0" anchor="ctr" anchorCtr="0">
            <a:norm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79" name="Google Shape;379;p25"/>
          <p:cNvSpPr txBox="1">
            <a:spLocks noGrp="1"/>
          </p:cNvSpPr>
          <p:nvPr>
            <p:ph type="body" idx="2"/>
          </p:nvPr>
        </p:nvSpPr>
        <p:spPr>
          <a:xfrm>
            <a:off x="6210950" y="2248625"/>
            <a:ext cx="2335200" cy="788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80" name="Google Shape;380;p25"/>
          <p:cNvSpPr/>
          <p:nvPr/>
        </p:nvSpPr>
        <p:spPr>
          <a:xfrm>
            <a:off x="1106400" y="22486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81" name="Google Shape;381;p25"/>
          <p:cNvSpPr txBox="1"/>
          <p:nvPr/>
        </p:nvSpPr>
        <p:spPr>
          <a:xfrm>
            <a:off x="1086263" y="2254176"/>
            <a:ext cx="808200" cy="808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2000" b="1" i="0" u="none" strike="noStrike" cap="none">
                <a:solidFill>
                  <a:schemeClr val="dk1"/>
                </a:solidFill>
                <a:latin typeface="Outfit"/>
                <a:ea typeface="Outfit"/>
                <a:cs typeface="Outfit"/>
                <a:sym typeface="Outfit"/>
              </a:rPr>
              <a:t>01</a:t>
            </a:r>
            <a:endParaRPr sz="2000" b="0" i="0" u="none" strike="noStrike" cap="none">
              <a:solidFill>
                <a:schemeClr val="dk1"/>
              </a:solidFill>
              <a:latin typeface="Outfit"/>
              <a:ea typeface="Outfit"/>
              <a:cs typeface="Outfit"/>
              <a:sym typeface="Outfit"/>
            </a:endParaRPr>
          </a:p>
        </p:txBody>
      </p:sp>
      <p:sp>
        <p:nvSpPr>
          <p:cNvPr id="382" name="Google Shape;382;p25"/>
          <p:cNvSpPr/>
          <p:nvPr/>
        </p:nvSpPr>
        <p:spPr>
          <a:xfrm>
            <a:off x="5192425" y="2286425"/>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83" name="Google Shape;383;p25"/>
          <p:cNvSpPr txBox="1"/>
          <p:nvPr/>
        </p:nvSpPr>
        <p:spPr>
          <a:xfrm>
            <a:off x="5160164" y="2254177"/>
            <a:ext cx="852600" cy="852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2000" b="1" i="0" u="none" strike="noStrike" cap="none">
                <a:solidFill>
                  <a:schemeClr val="dk1"/>
                </a:solidFill>
                <a:latin typeface="Outfit"/>
                <a:ea typeface="Outfit"/>
                <a:cs typeface="Outfit"/>
                <a:sym typeface="Outfit"/>
              </a:rPr>
              <a:t>02</a:t>
            </a:r>
            <a:endParaRPr sz="2000" b="0" i="0" u="none" strike="noStrike" cap="none">
              <a:solidFill>
                <a:schemeClr val="dk1"/>
              </a:solidFill>
              <a:latin typeface="Outfit"/>
              <a:ea typeface="Outfit"/>
              <a:cs typeface="Outfit"/>
              <a:sym typeface="Outfi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91 - Table des matières [3]">
  <p:cSld name="91 - Table des matières [3]">
    <p:spTree>
      <p:nvGrpSpPr>
        <p:cNvPr id="1" name="Shape 384"/>
        <p:cNvGrpSpPr/>
        <p:nvPr/>
      </p:nvGrpSpPr>
      <p:grpSpPr>
        <a:xfrm>
          <a:off x="0" y="0"/>
          <a:ext cx="0" cy="0"/>
          <a:chOff x="0" y="0"/>
          <a:chExt cx="0" cy="0"/>
        </a:xfrm>
      </p:grpSpPr>
      <p:sp>
        <p:nvSpPr>
          <p:cNvPr id="385" name="Google Shape;385;p26"/>
          <p:cNvSpPr txBox="1">
            <a:spLocks noGrp="1"/>
          </p:cNvSpPr>
          <p:nvPr>
            <p:ph type="title"/>
          </p:nvPr>
        </p:nvSpPr>
        <p:spPr>
          <a:xfrm>
            <a:off x="829600" y="126357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86" name="Google Shape;386;p26"/>
          <p:cNvSpPr txBox="1">
            <a:spLocks noGrp="1"/>
          </p:cNvSpPr>
          <p:nvPr>
            <p:ph type="body" idx="1"/>
          </p:nvPr>
        </p:nvSpPr>
        <p:spPr>
          <a:xfrm>
            <a:off x="1172550" y="2689025"/>
            <a:ext cx="2269800" cy="1778400"/>
          </a:xfrm>
          <a:prstGeom prst="rect">
            <a:avLst/>
          </a:prstGeom>
          <a:noFill/>
          <a:ln>
            <a:noFill/>
          </a:ln>
        </p:spPr>
        <p:txBody>
          <a:bodyPr spcFirstLastPara="1" wrap="square" lIns="0" tIns="0" rIns="0" bIns="0"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87" name="Google Shape;387;p26"/>
          <p:cNvSpPr txBox="1">
            <a:spLocks noGrp="1"/>
          </p:cNvSpPr>
          <p:nvPr>
            <p:ph type="body" idx="2"/>
          </p:nvPr>
        </p:nvSpPr>
        <p:spPr>
          <a:xfrm>
            <a:off x="3650472" y="2689025"/>
            <a:ext cx="2269800" cy="1778400"/>
          </a:xfrm>
          <a:prstGeom prst="rect">
            <a:avLst/>
          </a:prstGeom>
          <a:noFill/>
          <a:ln>
            <a:noFill/>
          </a:ln>
        </p:spPr>
        <p:txBody>
          <a:bodyPr spcFirstLastPara="1" wrap="square" lIns="0" tIns="0" rIns="0" bIns="0"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88" name="Google Shape;388;p26"/>
          <p:cNvSpPr txBox="1">
            <a:spLocks noGrp="1"/>
          </p:cNvSpPr>
          <p:nvPr>
            <p:ph type="body" idx="3"/>
          </p:nvPr>
        </p:nvSpPr>
        <p:spPr>
          <a:xfrm>
            <a:off x="6243911" y="2689025"/>
            <a:ext cx="2317200" cy="1778400"/>
          </a:xfrm>
          <a:prstGeom prst="rect">
            <a:avLst/>
          </a:prstGeom>
          <a:noFill/>
          <a:ln>
            <a:noFill/>
          </a:ln>
        </p:spPr>
        <p:txBody>
          <a:bodyPr spcFirstLastPara="1" wrap="square" lIns="0" tIns="0" rIns="0" bIns="0"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89" name="Google Shape;389;p26"/>
          <p:cNvSpPr/>
          <p:nvPr/>
        </p:nvSpPr>
        <p:spPr>
          <a:xfrm rot="10800000">
            <a:off x="3666963" y="17790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90" name="Google Shape;390;p26"/>
          <p:cNvSpPr/>
          <p:nvPr/>
        </p:nvSpPr>
        <p:spPr>
          <a:xfrm rot="10800000">
            <a:off x="1172550" y="17790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91" name="Google Shape;391;p26"/>
          <p:cNvSpPr/>
          <p:nvPr/>
        </p:nvSpPr>
        <p:spPr>
          <a:xfrm rot="10800000">
            <a:off x="6243911" y="1779050"/>
            <a:ext cx="788100" cy="7881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392" name="Google Shape;392;p26"/>
          <p:cNvSpPr txBox="1"/>
          <p:nvPr/>
        </p:nvSpPr>
        <p:spPr>
          <a:xfrm>
            <a:off x="1164446" y="1779050"/>
            <a:ext cx="804600" cy="804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2000" b="1" i="0" u="none" strike="noStrike" cap="none">
                <a:solidFill>
                  <a:schemeClr val="dk1"/>
                </a:solidFill>
                <a:latin typeface="Outfit"/>
                <a:ea typeface="Outfit"/>
                <a:cs typeface="Outfit"/>
                <a:sym typeface="Outfit"/>
              </a:rPr>
              <a:t>01</a:t>
            </a:r>
            <a:endParaRPr sz="2000" b="0" i="0" u="none" strike="noStrike" cap="none">
              <a:solidFill>
                <a:schemeClr val="dk1"/>
              </a:solidFill>
              <a:latin typeface="Outfit"/>
              <a:ea typeface="Outfit"/>
              <a:cs typeface="Outfit"/>
              <a:sym typeface="Outfit"/>
            </a:endParaRPr>
          </a:p>
        </p:txBody>
      </p:sp>
      <p:sp>
        <p:nvSpPr>
          <p:cNvPr id="393" name="Google Shape;393;p26"/>
          <p:cNvSpPr txBox="1"/>
          <p:nvPr/>
        </p:nvSpPr>
        <p:spPr>
          <a:xfrm>
            <a:off x="3650472" y="1779050"/>
            <a:ext cx="804600" cy="804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2000" b="1" i="0" u="none" strike="noStrike" cap="none">
                <a:solidFill>
                  <a:schemeClr val="dk1"/>
                </a:solidFill>
                <a:latin typeface="Outfit"/>
                <a:ea typeface="Outfit"/>
                <a:cs typeface="Outfit"/>
                <a:sym typeface="Outfit"/>
              </a:rPr>
              <a:t>02</a:t>
            </a:r>
            <a:endParaRPr sz="2000" b="0" i="0" u="none" strike="noStrike" cap="none">
              <a:solidFill>
                <a:schemeClr val="dk1"/>
              </a:solidFill>
              <a:latin typeface="Outfit"/>
              <a:ea typeface="Outfit"/>
              <a:cs typeface="Outfit"/>
              <a:sym typeface="Outfit"/>
            </a:endParaRPr>
          </a:p>
        </p:txBody>
      </p:sp>
      <p:sp>
        <p:nvSpPr>
          <p:cNvPr id="394" name="Google Shape;394;p26"/>
          <p:cNvSpPr txBox="1"/>
          <p:nvPr/>
        </p:nvSpPr>
        <p:spPr>
          <a:xfrm>
            <a:off x="6243911" y="1779050"/>
            <a:ext cx="804600" cy="804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2000" b="1" i="0" u="none" strike="noStrike" cap="none">
                <a:solidFill>
                  <a:schemeClr val="dk1"/>
                </a:solidFill>
                <a:latin typeface="Outfit"/>
                <a:ea typeface="Outfit"/>
                <a:cs typeface="Outfit"/>
                <a:sym typeface="Outfit"/>
              </a:rPr>
              <a:t>03</a:t>
            </a:r>
            <a:endParaRPr sz="2000" b="0" i="0" u="none" strike="noStrike" cap="none">
              <a:solidFill>
                <a:schemeClr val="dk1"/>
              </a:solidFill>
              <a:latin typeface="Outfit"/>
              <a:ea typeface="Outfit"/>
              <a:cs typeface="Outfit"/>
              <a:sym typeface="Outfi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92 - Table des matières [4]">
  <p:cSld name="92 - Table des matières [4]">
    <p:spTree>
      <p:nvGrpSpPr>
        <p:cNvPr id="1" name="Shape 395"/>
        <p:cNvGrpSpPr/>
        <p:nvPr/>
      </p:nvGrpSpPr>
      <p:grpSpPr>
        <a:xfrm>
          <a:off x="0" y="0"/>
          <a:ext cx="0" cy="0"/>
          <a:chOff x="0" y="0"/>
          <a:chExt cx="0" cy="0"/>
        </a:xfrm>
      </p:grpSpPr>
      <p:sp>
        <p:nvSpPr>
          <p:cNvPr id="396" name="Google Shape;396;p27"/>
          <p:cNvSpPr txBox="1">
            <a:spLocks noGrp="1"/>
          </p:cNvSpPr>
          <p:nvPr>
            <p:ph type="title"/>
          </p:nvPr>
        </p:nvSpPr>
        <p:spPr>
          <a:xfrm>
            <a:off x="829600" y="1260303"/>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397" name="Google Shape;397;p27"/>
          <p:cNvSpPr txBox="1">
            <a:spLocks noGrp="1"/>
          </p:cNvSpPr>
          <p:nvPr>
            <p:ph type="body" idx="1"/>
          </p:nvPr>
        </p:nvSpPr>
        <p:spPr>
          <a:xfrm>
            <a:off x="1681525" y="17380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98" name="Google Shape;398;p27"/>
          <p:cNvSpPr txBox="1">
            <a:spLocks noGrp="1"/>
          </p:cNvSpPr>
          <p:nvPr>
            <p:ph type="body" idx="2"/>
          </p:nvPr>
        </p:nvSpPr>
        <p:spPr>
          <a:xfrm>
            <a:off x="1681500" y="30141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399" name="Google Shape;399;p27"/>
          <p:cNvSpPr txBox="1">
            <a:spLocks noGrp="1"/>
          </p:cNvSpPr>
          <p:nvPr>
            <p:ph type="body" idx="3"/>
          </p:nvPr>
        </p:nvSpPr>
        <p:spPr>
          <a:xfrm>
            <a:off x="5619625" y="173812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00" name="Google Shape;400;p27"/>
          <p:cNvSpPr txBox="1">
            <a:spLocks noGrp="1"/>
          </p:cNvSpPr>
          <p:nvPr>
            <p:ph type="body" idx="4"/>
          </p:nvPr>
        </p:nvSpPr>
        <p:spPr>
          <a:xfrm>
            <a:off x="5619750" y="301417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01" name="Google Shape;401;p27"/>
          <p:cNvSpPr/>
          <p:nvPr/>
        </p:nvSpPr>
        <p:spPr>
          <a:xfrm rot="5400000">
            <a:off x="4767525" y="2951177"/>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2" name="Google Shape;402;p27"/>
          <p:cNvSpPr/>
          <p:nvPr/>
        </p:nvSpPr>
        <p:spPr>
          <a:xfrm rot="5400000">
            <a:off x="4767525" y="172202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3" name="Google Shape;403;p27"/>
          <p:cNvSpPr/>
          <p:nvPr/>
        </p:nvSpPr>
        <p:spPr>
          <a:xfrm rot="5400000">
            <a:off x="867525" y="2980796"/>
            <a:ext cx="671700" cy="6717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4" name="Google Shape;404;p27"/>
          <p:cNvSpPr/>
          <p:nvPr/>
        </p:nvSpPr>
        <p:spPr>
          <a:xfrm rot="5400000">
            <a:off x="867525" y="1722025"/>
            <a:ext cx="671700" cy="6717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05" name="Google Shape;405;p27"/>
          <p:cNvSpPr txBox="1"/>
          <p:nvPr/>
        </p:nvSpPr>
        <p:spPr>
          <a:xfrm>
            <a:off x="967623" y="1866129"/>
            <a:ext cx="462300" cy="4518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1" i="0" u="none" strike="noStrike" cap="none">
              <a:solidFill>
                <a:srgbClr val="0E2356"/>
              </a:solidFill>
              <a:latin typeface="Outfit"/>
              <a:ea typeface="Outfit"/>
              <a:cs typeface="Outfit"/>
              <a:sym typeface="Outfit"/>
            </a:endParaRPr>
          </a:p>
        </p:txBody>
      </p:sp>
      <p:sp>
        <p:nvSpPr>
          <p:cNvPr id="406" name="Google Shape;406;p27"/>
          <p:cNvSpPr txBox="1"/>
          <p:nvPr/>
        </p:nvSpPr>
        <p:spPr>
          <a:xfrm>
            <a:off x="967623" y="3116186"/>
            <a:ext cx="462300" cy="4518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1" i="0" u="none" strike="noStrike" cap="none">
              <a:solidFill>
                <a:srgbClr val="0E2356"/>
              </a:solidFill>
              <a:latin typeface="Outfit"/>
              <a:ea typeface="Outfit"/>
              <a:cs typeface="Outfit"/>
              <a:sym typeface="Outfit"/>
            </a:endParaRPr>
          </a:p>
        </p:txBody>
      </p:sp>
      <p:sp>
        <p:nvSpPr>
          <p:cNvPr id="407" name="Google Shape;407;p27"/>
          <p:cNvSpPr txBox="1"/>
          <p:nvPr/>
        </p:nvSpPr>
        <p:spPr>
          <a:xfrm>
            <a:off x="4869747" y="1851848"/>
            <a:ext cx="4515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1" i="0" u="none" strike="noStrike" cap="none">
              <a:solidFill>
                <a:srgbClr val="0E2356"/>
              </a:solidFill>
              <a:latin typeface="Outfit"/>
              <a:ea typeface="Outfit"/>
              <a:cs typeface="Outfit"/>
              <a:sym typeface="Outfit"/>
            </a:endParaRPr>
          </a:p>
        </p:txBody>
      </p:sp>
      <p:sp>
        <p:nvSpPr>
          <p:cNvPr id="408" name="Google Shape;408;p27"/>
          <p:cNvSpPr txBox="1"/>
          <p:nvPr/>
        </p:nvSpPr>
        <p:spPr>
          <a:xfrm>
            <a:off x="4869747" y="3072492"/>
            <a:ext cx="4515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1"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93 - Table des matières [5]">
  <p:cSld name="93 - Table des matières [5]">
    <p:spTree>
      <p:nvGrpSpPr>
        <p:cNvPr id="1" name="Shape 409"/>
        <p:cNvGrpSpPr/>
        <p:nvPr/>
      </p:nvGrpSpPr>
      <p:grpSpPr>
        <a:xfrm>
          <a:off x="0" y="0"/>
          <a:ext cx="0" cy="0"/>
          <a:chOff x="0" y="0"/>
          <a:chExt cx="0" cy="0"/>
        </a:xfrm>
      </p:grpSpPr>
      <p:sp>
        <p:nvSpPr>
          <p:cNvPr id="410" name="Google Shape;410;p28"/>
          <p:cNvSpPr txBox="1">
            <a:spLocks noGrp="1"/>
          </p:cNvSpPr>
          <p:nvPr>
            <p:ph type="title"/>
          </p:nvPr>
        </p:nvSpPr>
        <p:spPr>
          <a:xfrm>
            <a:off x="829600" y="113937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11" name="Google Shape;411;p28"/>
          <p:cNvSpPr txBox="1">
            <a:spLocks noGrp="1"/>
          </p:cNvSpPr>
          <p:nvPr>
            <p:ph type="body" idx="1"/>
          </p:nvPr>
        </p:nvSpPr>
        <p:spPr>
          <a:xfrm>
            <a:off x="1681525" y="16510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2" name="Google Shape;412;p28"/>
          <p:cNvSpPr txBox="1">
            <a:spLocks noGrp="1"/>
          </p:cNvSpPr>
          <p:nvPr>
            <p:ph type="body" idx="2"/>
          </p:nvPr>
        </p:nvSpPr>
        <p:spPr>
          <a:xfrm>
            <a:off x="1681525" y="2447225"/>
            <a:ext cx="27903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3" name="Google Shape;413;p28"/>
          <p:cNvSpPr txBox="1">
            <a:spLocks noGrp="1"/>
          </p:cNvSpPr>
          <p:nvPr>
            <p:ph type="body" idx="3"/>
          </p:nvPr>
        </p:nvSpPr>
        <p:spPr>
          <a:xfrm>
            <a:off x="1681525" y="3243675"/>
            <a:ext cx="28149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4" name="Google Shape;414;p28"/>
          <p:cNvSpPr txBox="1">
            <a:spLocks noGrp="1"/>
          </p:cNvSpPr>
          <p:nvPr>
            <p:ph type="body" idx="4"/>
          </p:nvPr>
        </p:nvSpPr>
        <p:spPr>
          <a:xfrm>
            <a:off x="5619625" y="1650825"/>
            <a:ext cx="2958000" cy="656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5" name="Google Shape;415;p28"/>
          <p:cNvSpPr txBox="1">
            <a:spLocks noGrp="1"/>
          </p:cNvSpPr>
          <p:nvPr>
            <p:ph type="body" idx="5"/>
          </p:nvPr>
        </p:nvSpPr>
        <p:spPr>
          <a:xfrm>
            <a:off x="5619625" y="244757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16" name="Google Shape;416;p28"/>
          <p:cNvSpPr/>
          <p:nvPr/>
        </p:nvSpPr>
        <p:spPr>
          <a:xfrm rot="5400000">
            <a:off x="883425" y="165087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17" name="Google Shape;417;p28"/>
          <p:cNvSpPr/>
          <p:nvPr/>
        </p:nvSpPr>
        <p:spPr>
          <a:xfrm rot="5400000">
            <a:off x="883425" y="2447222"/>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18" name="Google Shape;418;p28"/>
          <p:cNvSpPr/>
          <p:nvPr/>
        </p:nvSpPr>
        <p:spPr>
          <a:xfrm rot="5400000">
            <a:off x="883425" y="3243569"/>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19" name="Google Shape;419;p28"/>
          <p:cNvSpPr/>
          <p:nvPr/>
        </p:nvSpPr>
        <p:spPr>
          <a:xfrm rot="5400000">
            <a:off x="4767525" y="1651025"/>
            <a:ext cx="6561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0" name="Google Shape;420;p28"/>
          <p:cNvSpPr/>
          <p:nvPr/>
        </p:nvSpPr>
        <p:spPr>
          <a:xfrm rot="5400000">
            <a:off x="4767525" y="2447566"/>
            <a:ext cx="6561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21" name="Google Shape;421;p28"/>
          <p:cNvSpPr txBox="1"/>
          <p:nvPr/>
        </p:nvSpPr>
        <p:spPr>
          <a:xfrm>
            <a:off x="985647" y="1787397"/>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22" name="Google Shape;422;p28"/>
          <p:cNvSpPr txBox="1"/>
          <p:nvPr/>
        </p:nvSpPr>
        <p:spPr>
          <a:xfrm>
            <a:off x="985647" y="2587947"/>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423" name="Google Shape;423;p28"/>
          <p:cNvSpPr txBox="1"/>
          <p:nvPr/>
        </p:nvSpPr>
        <p:spPr>
          <a:xfrm>
            <a:off x="985647" y="3388496"/>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24" name="Google Shape;424;p28"/>
          <p:cNvSpPr txBox="1"/>
          <p:nvPr/>
        </p:nvSpPr>
        <p:spPr>
          <a:xfrm>
            <a:off x="4869767" y="1787431"/>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25" name="Google Shape;425;p28"/>
          <p:cNvSpPr txBox="1"/>
          <p:nvPr/>
        </p:nvSpPr>
        <p:spPr>
          <a:xfrm>
            <a:off x="4867105" y="2563728"/>
            <a:ext cx="439500" cy="4296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94 - Table des matières [6]">
  <p:cSld name="94 - Table des matières [6]">
    <p:spTree>
      <p:nvGrpSpPr>
        <p:cNvPr id="1" name="Shape 426"/>
        <p:cNvGrpSpPr/>
        <p:nvPr/>
      </p:nvGrpSpPr>
      <p:grpSpPr>
        <a:xfrm>
          <a:off x="0" y="0"/>
          <a:ext cx="0" cy="0"/>
          <a:chOff x="0" y="0"/>
          <a:chExt cx="0" cy="0"/>
        </a:xfrm>
      </p:grpSpPr>
      <p:sp>
        <p:nvSpPr>
          <p:cNvPr id="427" name="Google Shape;427;p29"/>
          <p:cNvSpPr txBox="1">
            <a:spLocks noGrp="1"/>
          </p:cNvSpPr>
          <p:nvPr>
            <p:ph type="title"/>
          </p:nvPr>
        </p:nvSpPr>
        <p:spPr>
          <a:xfrm>
            <a:off x="829600" y="103217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28" name="Google Shape;428;p29"/>
          <p:cNvSpPr txBox="1">
            <a:spLocks noGrp="1"/>
          </p:cNvSpPr>
          <p:nvPr>
            <p:ph type="body" idx="1"/>
          </p:nvPr>
        </p:nvSpPr>
        <p:spPr>
          <a:xfrm>
            <a:off x="1747225" y="1650775"/>
            <a:ext cx="28905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29" name="Google Shape;429;p29"/>
          <p:cNvSpPr txBox="1">
            <a:spLocks noGrp="1"/>
          </p:cNvSpPr>
          <p:nvPr>
            <p:ph type="body" idx="2"/>
          </p:nvPr>
        </p:nvSpPr>
        <p:spPr>
          <a:xfrm>
            <a:off x="1747225" y="2447225"/>
            <a:ext cx="28905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0" name="Google Shape;430;p29"/>
          <p:cNvSpPr txBox="1">
            <a:spLocks noGrp="1"/>
          </p:cNvSpPr>
          <p:nvPr>
            <p:ph type="body" idx="3"/>
          </p:nvPr>
        </p:nvSpPr>
        <p:spPr>
          <a:xfrm>
            <a:off x="1747225" y="3243675"/>
            <a:ext cx="28905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1" name="Google Shape;431;p29"/>
          <p:cNvSpPr txBox="1">
            <a:spLocks noGrp="1"/>
          </p:cNvSpPr>
          <p:nvPr>
            <p:ph type="body" idx="4"/>
          </p:nvPr>
        </p:nvSpPr>
        <p:spPr>
          <a:xfrm>
            <a:off x="5685325" y="165082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2" name="Google Shape;432;p29"/>
          <p:cNvSpPr txBox="1">
            <a:spLocks noGrp="1"/>
          </p:cNvSpPr>
          <p:nvPr>
            <p:ph type="body" idx="5"/>
          </p:nvPr>
        </p:nvSpPr>
        <p:spPr>
          <a:xfrm>
            <a:off x="5685325" y="244727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3" name="Google Shape;433;p29"/>
          <p:cNvSpPr txBox="1">
            <a:spLocks noGrp="1"/>
          </p:cNvSpPr>
          <p:nvPr>
            <p:ph type="body" idx="6"/>
          </p:nvPr>
        </p:nvSpPr>
        <p:spPr>
          <a:xfrm>
            <a:off x="5685325" y="3243725"/>
            <a:ext cx="2958000" cy="6558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34" name="Google Shape;434;p29"/>
          <p:cNvSpPr/>
          <p:nvPr/>
        </p:nvSpPr>
        <p:spPr>
          <a:xfrm rot="5400000">
            <a:off x="4767525" y="3243573"/>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5" name="Google Shape;435;p29"/>
          <p:cNvSpPr/>
          <p:nvPr/>
        </p:nvSpPr>
        <p:spPr>
          <a:xfrm rot="5400000">
            <a:off x="883425" y="165087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6" name="Google Shape;436;p29"/>
          <p:cNvSpPr/>
          <p:nvPr/>
        </p:nvSpPr>
        <p:spPr>
          <a:xfrm rot="5400000">
            <a:off x="883425" y="2447224"/>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7" name="Google Shape;437;p29"/>
          <p:cNvSpPr/>
          <p:nvPr/>
        </p:nvSpPr>
        <p:spPr>
          <a:xfrm rot="5400000">
            <a:off x="883425" y="3243573"/>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8" name="Google Shape;438;p29"/>
          <p:cNvSpPr/>
          <p:nvPr/>
        </p:nvSpPr>
        <p:spPr>
          <a:xfrm rot="5400000">
            <a:off x="4767525" y="1650875"/>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39" name="Google Shape;439;p29"/>
          <p:cNvSpPr/>
          <p:nvPr/>
        </p:nvSpPr>
        <p:spPr>
          <a:xfrm rot="5400000">
            <a:off x="4767525" y="2447224"/>
            <a:ext cx="655800" cy="6558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40" name="Google Shape;440;p29"/>
          <p:cNvSpPr txBox="1"/>
          <p:nvPr/>
        </p:nvSpPr>
        <p:spPr>
          <a:xfrm>
            <a:off x="985647" y="1787398"/>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41" name="Google Shape;441;p29"/>
          <p:cNvSpPr txBox="1"/>
          <p:nvPr/>
        </p:nvSpPr>
        <p:spPr>
          <a:xfrm>
            <a:off x="985647" y="2554581"/>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1" i="0" u="none" strike="noStrike" cap="none">
              <a:solidFill>
                <a:srgbClr val="0E2356"/>
              </a:solidFill>
              <a:latin typeface="Outfit"/>
              <a:ea typeface="Outfit"/>
              <a:cs typeface="Outfit"/>
              <a:sym typeface="Outfit"/>
            </a:endParaRPr>
          </a:p>
        </p:txBody>
      </p:sp>
      <p:sp>
        <p:nvSpPr>
          <p:cNvPr id="442" name="Google Shape;442;p29"/>
          <p:cNvSpPr txBox="1"/>
          <p:nvPr/>
        </p:nvSpPr>
        <p:spPr>
          <a:xfrm>
            <a:off x="985647" y="3355132"/>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43" name="Google Shape;443;p29"/>
          <p:cNvSpPr txBox="1"/>
          <p:nvPr/>
        </p:nvSpPr>
        <p:spPr>
          <a:xfrm>
            <a:off x="4868853" y="1787398"/>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44" name="Google Shape;444;p29"/>
          <p:cNvSpPr txBox="1"/>
          <p:nvPr/>
        </p:nvSpPr>
        <p:spPr>
          <a:xfrm>
            <a:off x="4868853" y="2554580"/>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445" name="Google Shape;445;p29"/>
          <p:cNvSpPr txBox="1"/>
          <p:nvPr/>
        </p:nvSpPr>
        <p:spPr>
          <a:xfrm>
            <a:off x="4868853" y="3355132"/>
            <a:ext cx="451200" cy="4410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95 - Table des matières [7]">
  <p:cSld name="95 - Table des matières [7]">
    <p:spTree>
      <p:nvGrpSpPr>
        <p:cNvPr id="1" name="Shape 446"/>
        <p:cNvGrpSpPr/>
        <p:nvPr/>
      </p:nvGrpSpPr>
      <p:grpSpPr>
        <a:xfrm>
          <a:off x="0" y="0"/>
          <a:ext cx="0" cy="0"/>
          <a:chOff x="0" y="0"/>
          <a:chExt cx="0" cy="0"/>
        </a:xfrm>
      </p:grpSpPr>
      <p:sp>
        <p:nvSpPr>
          <p:cNvPr id="447" name="Google Shape;447;p30"/>
          <p:cNvSpPr txBox="1">
            <a:spLocks noGrp="1"/>
          </p:cNvSpPr>
          <p:nvPr>
            <p:ph type="title"/>
          </p:nvPr>
        </p:nvSpPr>
        <p:spPr>
          <a:xfrm>
            <a:off x="829600" y="891150"/>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48" name="Google Shape;448;p30"/>
          <p:cNvSpPr txBox="1">
            <a:spLocks noGrp="1"/>
          </p:cNvSpPr>
          <p:nvPr>
            <p:ph type="body" idx="1"/>
          </p:nvPr>
        </p:nvSpPr>
        <p:spPr>
          <a:xfrm>
            <a:off x="1678225" y="139775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49" name="Google Shape;449;p30"/>
          <p:cNvSpPr txBox="1">
            <a:spLocks noGrp="1"/>
          </p:cNvSpPr>
          <p:nvPr>
            <p:ph type="body" idx="2"/>
          </p:nvPr>
        </p:nvSpPr>
        <p:spPr>
          <a:xfrm>
            <a:off x="1678225" y="211860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0" name="Google Shape;450;p30"/>
          <p:cNvSpPr txBox="1">
            <a:spLocks noGrp="1"/>
          </p:cNvSpPr>
          <p:nvPr>
            <p:ph type="body" idx="3"/>
          </p:nvPr>
        </p:nvSpPr>
        <p:spPr>
          <a:xfrm>
            <a:off x="1678225" y="285205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1" name="Google Shape;451;p30"/>
          <p:cNvSpPr txBox="1">
            <a:spLocks noGrp="1"/>
          </p:cNvSpPr>
          <p:nvPr>
            <p:ph type="body" idx="4"/>
          </p:nvPr>
        </p:nvSpPr>
        <p:spPr>
          <a:xfrm>
            <a:off x="1678125" y="3576800"/>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2" name="Google Shape;452;p30"/>
          <p:cNvSpPr txBox="1">
            <a:spLocks noGrp="1"/>
          </p:cNvSpPr>
          <p:nvPr>
            <p:ph type="body" idx="5"/>
          </p:nvPr>
        </p:nvSpPr>
        <p:spPr>
          <a:xfrm>
            <a:off x="5619625" y="1385200"/>
            <a:ext cx="29208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3" name="Google Shape;453;p30"/>
          <p:cNvSpPr txBox="1">
            <a:spLocks noGrp="1"/>
          </p:cNvSpPr>
          <p:nvPr>
            <p:ph type="body" idx="6"/>
          </p:nvPr>
        </p:nvSpPr>
        <p:spPr>
          <a:xfrm>
            <a:off x="5619625" y="2101550"/>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4" name="Google Shape;454;p30"/>
          <p:cNvSpPr txBox="1">
            <a:spLocks noGrp="1"/>
          </p:cNvSpPr>
          <p:nvPr>
            <p:ph type="body" idx="7"/>
          </p:nvPr>
        </p:nvSpPr>
        <p:spPr>
          <a:xfrm>
            <a:off x="5619625" y="2852100"/>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55" name="Google Shape;455;p30"/>
          <p:cNvSpPr/>
          <p:nvPr/>
        </p:nvSpPr>
        <p:spPr>
          <a:xfrm rot="5400000">
            <a:off x="47888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56" name="Google Shape;456;p30"/>
          <p:cNvSpPr/>
          <p:nvPr/>
        </p:nvSpPr>
        <p:spPr>
          <a:xfrm rot="5400000">
            <a:off x="47888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57" name="Google Shape;457;p30"/>
          <p:cNvSpPr/>
          <p:nvPr/>
        </p:nvSpPr>
        <p:spPr>
          <a:xfrm rot="5400000">
            <a:off x="47888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58" name="Google Shape;458;p30"/>
          <p:cNvSpPr/>
          <p:nvPr/>
        </p:nvSpPr>
        <p:spPr>
          <a:xfrm rot="5400000">
            <a:off x="883425" y="35769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59" name="Google Shape;459;p30"/>
          <p:cNvSpPr/>
          <p:nvPr/>
        </p:nvSpPr>
        <p:spPr>
          <a:xfrm rot="5400000">
            <a:off x="8834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0" name="Google Shape;460;p30"/>
          <p:cNvSpPr/>
          <p:nvPr/>
        </p:nvSpPr>
        <p:spPr>
          <a:xfrm rot="5400000">
            <a:off x="8834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1" name="Google Shape;461;p30"/>
          <p:cNvSpPr/>
          <p:nvPr/>
        </p:nvSpPr>
        <p:spPr>
          <a:xfrm rot="5400000">
            <a:off x="8834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62" name="Google Shape;462;p30"/>
          <p:cNvSpPr txBox="1"/>
          <p:nvPr/>
        </p:nvSpPr>
        <p:spPr>
          <a:xfrm>
            <a:off x="908769" y="14481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63" name="Google Shape;463;p30"/>
          <p:cNvSpPr txBox="1"/>
          <p:nvPr/>
        </p:nvSpPr>
        <p:spPr>
          <a:xfrm>
            <a:off x="908769" y="21816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464" name="Google Shape;464;p30"/>
          <p:cNvSpPr txBox="1"/>
          <p:nvPr/>
        </p:nvSpPr>
        <p:spPr>
          <a:xfrm>
            <a:off x="908769" y="29151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65" name="Google Shape;465;p30"/>
          <p:cNvSpPr txBox="1"/>
          <p:nvPr/>
        </p:nvSpPr>
        <p:spPr>
          <a:xfrm>
            <a:off x="908769" y="36485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66" name="Google Shape;466;p30"/>
          <p:cNvSpPr txBox="1"/>
          <p:nvPr/>
        </p:nvSpPr>
        <p:spPr>
          <a:xfrm>
            <a:off x="4814169" y="14482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467" name="Google Shape;467;p30"/>
          <p:cNvSpPr txBox="1"/>
          <p:nvPr/>
        </p:nvSpPr>
        <p:spPr>
          <a:xfrm>
            <a:off x="4814169" y="2181664"/>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468" name="Google Shape;468;p30"/>
          <p:cNvSpPr txBox="1"/>
          <p:nvPr/>
        </p:nvSpPr>
        <p:spPr>
          <a:xfrm>
            <a:off x="4814169" y="29151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96 - Table des matières [8]">
  <p:cSld name="96 - Table des matières [8]">
    <p:spTree>
      <p:nvGrpSpPr>
        <p:cNvPr id="1" name="Shape 469"/>
        <p:cNvGrpSpPr/>
        <p:nvPr/>
      </p:nvGrpSpPr>
      <p:grpSpPr>
        <a:xfrm>
          <a:off x="0" y="0"/>
          <a:ext cx="0" cy="0"/>
          <a:chOff x="0" y="0"/>
          <a:chExt cx="0" cy="0"/>
        </a:xfrm>
      </p:grpSpPr>
      <p:sp>
        <p:nvSpPr>
          <p:cNvPr id="470" name="Google Shape;470;p31"/>
          <p:cNvSpPr txBox="1">
            <a:spLocks noGrp="1"/>
          </p:cNvSpPr>
          <p:nvPr>
            <p:ph type="title"/>
          </p:nvPr>
        </p:nvSpPr>
        <p:spPr>
          <a:xfrm>
            <a:off x="829600" y="897025"/>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71" name="Google Shape;471;p31"/>
          <p:cNvSpPr txBox="1">
            <a:spLocks noGrp="1"/>
          </p:cNvSpPr>
          <p:nvPr>
            <p:ph type="body" idx="1"/>
          </p:nvPr>
        </p:nvSpPr>
        <p:spPr>
          <a:xfrm>
            <a:off x="1681525" y="139775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2" name="Google Shape;472;p31"/>
          <p:cNvSpPr txBox="1">
            <a:spLocks noGrp="1"/>
          </p:cNvSpPr>
          <p:nvPr>
            <p:ph type="body" idx="2"/>
          </p:nvPr>
        </p:nvSpPr>
        <p:spPr>
          <a:xfrm>
            <a:off x="1681525" y="212070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3" name="Google Shape;473;p31"/>
          <p:cNvSpPr txBox="1">
            <a:spLocks noGrp="1"/>
          </p:cNvSpPr>
          <p:nvPr>
            <p:ph type="body" idx="3"/>
          </p:nvPr>
        </p:nvSpPr>
        <p:spPr>
          <a:xfrm>
            <a:off x="1681525" y="285205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4" name="Google Shape;474;p31"/>
          <p:cNvSpPr txBox="1">
            <a:spLocks noGrp="1"/>
          </p:cNvSpPr>
          <p:nvPr>
            <p:ph type="body" idx="4"/>
          </p:nvPr>
        </p:nvSpPr>
        <p:spPr>
          <a:xfrm>
            <a:off x="1681525" y="3585500"/>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5" name="Google Shape;475;p31"/>
          <p:cNvSpPr txBox="1">
            <a:spLocks noGrp="1"/>
          </p:cNvSpPr>
          <p:nvPr>
            <p:ph type="body" idx="5"/>
          </p:nvPr>
        </p:nvSpPr>
        <p:spPr>
          <a:xfrm>
            <a:off x="5619625" y="139780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6" name="Google Shape;476;p31"/>
          <p:cNvSpPr txBox="1">
            <a:spLocks noGrp="1"/>
          </p:cNvSpPr>
          <p:nvPr>
            <p:ph type="body" idx="6"/>
          </p:nvPr>
        </p:nvSpPr>
        <p:spPr>
          <a:xfrm>
            <a:off x="5619625" y="212075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7" name="Google Shape;477;p31"/>
          <p:cNvSpPr txBox="1">
            <a:spLocks noGrp="1"/>
          </p:cNvSpPr>
          <p:nvPr>
            <p:ph type="body" idx="7"/>
          </p:nvPr>
        </p:nvSpPr>
        <p:spPr>
          <a:xfrm>
            <a:off x="5619625" y="284340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8" name="Google Shape;478;p31"/>
          <p:cNvSpPr txBox="1">
            <a:spLocks noGrp="1"/>
          </p:cNvSpPr>
          <p:nvPr>
            <p:ph type="body" idx="8"/>
          </p:nvPr>
        </p:nvSpPr>
        <p:spPr>
          <a:xfrm>
            <a:off x="5619625" y="3566350"/>
            <a:ext cx="3087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79" name="Google Shape;479;p31"/>
          <p:cNvSpPr/>
          <p:nvPr/>
        </p:nvSpPr>
        <p:spPr>
          <a:xfrm rot="5400000">
            <a:off x="47888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0" name="Google Shape;480;p31"/>
          <p:cNvSpPr/>
          <p:nvPr/>
        </p:nvSpPr>
        <p:spPr>
          <a:xfrm rot="5400000">
            <a:off x="47888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1" name="Google Shape;481;p31"/>
          <p:cNvSpPr/>
          <p:nvPr/>
        </p:nvSpPr>
        <p:spPr>
          <a:xfrm rot="5400000">
            <a:off x="47888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2" name="Google Shape;482;p31"/>
          <p:cNvSpPr/>
          <p:nvPr/>
        </p:nvSpPr>
        <p:spPr>
          <a:xfrm rot="5400000">
            <a:off x="883425" y="35769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3" name="Google Shape;483;p31"/>
          <p:cNvSpPr/>
          <p:nvPr/>
        </p:nvSpPr>
        <p:spPr>
          <a:xfrm rot="5400000">
            <a:off x="883425" y="21205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4" name="Google Shape;484;p31"/>
          <p:cNvSpPr/>
          <p:nvPr/>
        </p:nvSpPr>
        <p:spPr>
          <a:xfrm rot="5400000">
            <a:off x="883425" y="28435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5" name="Google Shape;485;p31"/>
          <p:cNvSpPr/>
          <p:nvPr/>
        </p:nvSpPr>
        <p:spPr>
          <a:xfrm rot="5400000">
            <a:off x="883425" y="13976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86" name="Google Shape;486;p31"/>
          <p:cNvSpPr txBox="1"/>
          <p:nvPr/>
        </p:nvSpPr>
        <p:spPr>
          <a:xfrm>
            <a:off x="908769" y="14481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487" name="Google Shape;487;p31"/>
          <p:cNvSpPr txBox="1"/>
          <p:nvPr/>
        </p:nvSpPr>
        <p:spPr>
          <a:xfrm>
            <a:off x="908769" y="21816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488" name="Google Shape;488;p31"/>
          <p:cNvSpPr txBox="1"/>
          <p:nvPr/>
        </p:nvSpPr>
        <p:spPr>
          <a:xfrm>
            <a:off x="908769" y="29151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489" name="Google Shape;489;p31"/>
          <p:cNvSpPr txBox="1"/>
          <p:nvPr/>
        </p:nvSpPr>
        <p:spPr>
          <a:xfrm>
            <a:off x="908769" y="36485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490" name="Google Shape;490;p31"/>
          <p:cNvSpPr txBox="1"/>
          <p:nvPr/>
        </p:nvSpPr>
        <p:spPr>
          <a:xfrm>
            <a:off x="4814169" y="14482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491" name="Google Shape;491;p31"/>
          <p:cNvSpPr txBox="1"/>
          <p:nvPr/>
        </p:nvSpPr>
        <p:spPr>
          <a:xfrm>
            <a:off x="4814169" y="2181664"/>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492" name="Google Shape;492;p31"/>
          <p:cNvSpPr txBox="1"/>
          <p:nvPr/>
        </p:nvSpPr>
        <p:spPr>
          <a:xfrm>
            <a:off x="4814169" y="291511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
        <p:nvSpPr>
          <p:cNvPr id="493" name="Google Shape;493;p31"/>
          <p:cNvSpPr/>
          <p:nvPr/>
        </p:nvSpPr>
        <p:spPr>
          <a:xfrm rot="5400000">
            <a:off x="4788825" y="356642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494" name="Google Shape;494;p31"/>
          <p:cNvSpPr txBox="1"/>
          <p:nvPr/>
        </p:nvSpPr>
        <p:spPr>
          <a:xfrm>
            <a:off x="4814169" y="3638040"/>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08</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97 - Table des matières [9]">
  <p:cSld name="97 - Table des matières [9]">
    <p:spTree>
      <p:nvGrpSpPr>
        <p:cNvPr id="1" name="Shape 495"/>
        <p:cNvGrpSpPr/>
        <p:nvPr/>
      </p:nvGrpSpPr>
      <p:grpSpPr>
        <a:xfrm>
          <a:off x="0" y="0"/>
          <a:ext cx="0" cy="0"/>
          <a:chOff x="0" y="0"/>
          <a:chExt cx="0" cy="0"/>
        </a:xfrm>
      </p:grpSpPr>
      <p:sp>
        <p:nvSpPr>
          <p:cNvPr id="496" name="Google Shape;496;p32"/>
          <p:cNvSpPr txBox="1">
            <a:spLocks noGrp="1"/>
          </p:cNvSpPr>
          <p:nvPr>
            <p:ph type="title"/>
          </p:nvPr>
        </p:nvSpPr>
        <p:spPr>
          <a:xfrm>
            <a:off x="564931" y="362212"/>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497" name="Google Shape;497;p32"/>
          <p:cNvSpPr txBox="1">
            <a:spLocks noGrp="1"/>
          </p:cNvSpPr>
          <p:nvPr>
            <p:ph type="body" idx="1"/>
          </p:nvPr>
        </p:nvSpPr>
        <p:spPr>
          <a:xfrm>
            <a:off x="1681525" y="1122425"/>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98" name="Google Shape;498;p32"/>
          <p:cNvSpPr txBox="1">
            <a:spLocks noGrp="1"/>
          </p:cNvSpPr>
          <p:nvPr>
            <p:ph type="body" idx="2"/>
          </p:nvPr>
        </p:nvSpPr>
        <p:spPr>
          <a:xfrm>
            <a:off x="1681525" y="1819575"/>
            <a:ext cx="28149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499" name="Google Shape;499;p32"/>
          <p:cNvSpPr txBox="1">
            <a:spLocks noGrp="1"/>
          </p:cNvSpPr>
          <p:nvPr>
            <p:ph type="body" idx="3"/>
          </p:nvPr>
        </p:nvSpPr>
        <p:spPr>
          <a:xfrm>
            <a:off x="1681525" y="2490025"/>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0" name="Google Shape;500;p32"/>
          <p:cNvSpPr txBox="1">
            <a:spLocks noGrp="1"/>
          </p:cNvSpPr>
          <p:nvPr>
            <p:ph type="body" idx="4"/>
          </p:nvPr>
        </p:nvSpPr>
        <p:spPr>
          <a:xfrm>
            <a:off x="1681525" y="3286475"/>
            <a:ext cx="28149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1" name="Google Shape;501;p32"/>
          <p:cNvSpPr txBox="1">
            <a:spLocks noGrp="1"/>
          </p:cNvSpPr>
          <p:nvPr>
            <p:ph type="body" idx="5"/>
          </p:nvPr>
        </p:nvSpPr>
        <p:spPr>
          <a:xfrm>
            <a:off x="1681525" y="3978875"/>
            <a:ext cx="28149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2" name="Google Shape;502;p32"/>
          <p:cNvSpPr txBox="1">
            <a:spLocks noGrp="1"/>
          </p:cNvSpPr>
          <p:nvPr>
            <p:ph type="body" idx="6"/>
          </p:nvPr>
        </p:nvSpPr>
        <p:spPr>
          <a:xfrm>
            <a:off x="5619625" y="107717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3" name="Google Shape;503;p32"/>
          <p:cNvSpPr txBox="1">
            <a:spLocks noGrp="1"/>
          </p:cNvSpPr>
          <p:nvPr>
            <p:ph type="body" idx="7"/>
          </p:nvPr>
        </p:nvSpPr>
        <p:spPr>
          <a:xfrm>
            <a:off x="5619625" y="181062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4" name="Google Shape;504;p32"/>
          <p:cNvSpPr txBox="1">
            <a:spLocks noGrp="1"/>
          </p:cNvSpPr>
          <p:nvPr>
            <p:ph type="body" idx="8"/>
          </p:nvPr>
        </p:nvSpPr>
        <p:spPr>
          <a:xfrm>
            <a:off x="5619625" y="260707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5" name="Google Shape;505;p32"/>
          <p:cNvSpPr txBox="1">
            <a:spLocks noGrp="1"/>
          </p:cNvSpPr>
          <p:nvPr>
            <p:ph type="body" idx="9"/>
          </p:nvPr>
        </p:nvSpPr>
        <p:spPr>
          <a:xfrm>
            <a:off x="5619625" y="321452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06" name="Google Shape;506;p32"/>
          <p:cNvSpPr/>
          <p:nvPr/>
        </p:nvSpPr>
        <p:spPr>
          <a:xfrm rot="5400000">
            <a:off x="883425" y="39970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07" name="Google Shape;507;p32"/>
          <p:cNvSpPr/>
          <p:nvPr/>
        </p:nvSpPr>
        <p:spPr>
          <a:xfrm rot="5400000">
            <a:off x="4788825" y="108853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08" name="Google Shape;508;p32"/>
          <p:cNvSpPr/>
          <p:nvPr/>
        </p:nvSpPr>
        <p:spPr>
          <a:xfrm rot="5400000">
            <a:off x="4788825" y="1811462"/>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09" name="Google Shape;509;p32"/>
          <p:cNvSpPr/>
          <p:nvPr/>
        </p:nvSpPr>
        <p:spPr>
          <a:xfrm rot="5400000">
            <a:off x="883425" y="32721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0" name="Google Shape;510;p32"/>
          <p:cNvSpPr/>
          <p:nvPr/>
        </p:nvSpPr>
        <p:spPr>
          <a:xfrm rot="5400000">
            <a:off x="883425" y="18157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1" name="Google Shape;511;p32"/>
          <p:cNvSpPr/>
          <p:nvPr/>
        </p:nvSpPr>
        <p:spPr>
          <a:xfrm rot="5400000">
            <a:off x="883425" y="25387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2" name="Google Shape;512;p32"/>
          <p:cNvSpPr/>
          <p:nvPr/>
        </p:nvSpPr>
        <p:spPr>
          <a:xfrm rot="5400000">
            <a:off x="883425" y="10928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13" name="Google Shape;513;p32"/>
          <p:cNvSpPr txBox="1"/>
          <p:nvPr/>
        </p:nvSpPr>
        <p:spPr>
          <a:xfrm>
            <a:off x="908769" y="11433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514" name="Google Shape;514;p32"/>
          <p:cNvSpPr txBox="1"/>
          <p:nvPr/>
        </p:nvSpPr>
        <p:spPr>
          <a:xfrm>
            <a:off x="908769" y="18768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515" name="Google Shape;515;p32"/>
          <p:cNvSpPr txBox="1"/>
          <p:nvPr/>
        </p:nvSpPr>
        <p:spPr>
          <a:xfrm>
            <a:off x="908769" y="26103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516" name="Google Shape;516;p32"/>
          <p:cNvSpPr txBox="1"/>
          <p:nvPr/>
        </p:nvSpPr>
        <p:spPr>
          <a:xfrm>
            <a:off x="908769" y="33437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517" name="Google Shape;517;p32"/>
          <p:cNvSpPr txBox="1"/>
          <p:nvPr/>
        </p:nvSpPr>
        <p:spPr>
          <a:xfrm>
            <a:off x="908769" y="404756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518" name="Google Shape;518;p32"/>
          <p:cNvSpPr txBox="1"/>
          <p:nvPr/>
        </p:nvSpPr>
        <p:spPr>
          <a:xfrm>
            <a:off x="4814169" y="114962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519" name="Google Shape;519;p32"/>
          <p:cNvSpPr txBox="1"/>
          <p:nvPr/>
        </p:nvSpPr>
        <p:spPr>
          <a:xfrm>
            <a:off x="4814169" y="188307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
        <p:nvSpPr>
          <p:cNvPr id="520" name="Google Shape;520;p32"/>
          <p:cNvSpPr/>
          <p:nvPr/>
        </p:nvSpPr>
        <p:spPr>
          <a:xfrm rot="5400000">
            <a:off x="4788825" y="253438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21" name="Google Shape;521;p32"/>
          <p:cNvSpPr txBox="1"/>
          <p:nvPr/>
        </p:nvSpPr>
        <p:spPr>
          <a:xfrm>
            <a:off x="4814169" y="26060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08</a:t>
            </a:r>
            <a:endParaRPr sz="1700" b="0" i="0" u="none" strike="noStrike" cap="none">
              <a:solidFill>
                <a:srgbClr val="0E2356"/>
              </a:solidFill>
              <a:latin typeface="Outfit"/>
              <a:ea typeface="Outfit"/>
              <a:cs typeface="Outfit"/>
              <a:sym typeface="Outfit"/>
            </a:endParaRPr>
          </a:p>
        </p:txBody>
      </p:sp>
      <p:sp>
        <p:nvSpPr>
          <p:cNvPr id="522" name="Google Shape;522;p32"/>
          <p:cNvSpPr/>
          <p:nvPr/>
        </p:nvSpPr>
        <p:spPr>
          <a:xfrm rot="5400000">
            <a:off x="4788825" y="325733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23" name="Google Shape;523;p32"/>
          <p:cNvSpPr txBox="1"/>
          <p:nvPr/>
        </p:nvSpPr>
        <p:spPr>
          <a:xfrm>
            <a:off x="4814169" y="33289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09</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98 - Table des matières [10]">
  <p:cSld name="98 - Table des matières [10]">
    <p:spTree>
      <p:nvGrpSpPr>
        <p:cNvPr id="1" name="Shape 524"/>
        <p:cNvGrpSpPr/>
        <p:nvPr/>
      </p:nvGrpSpPr>
      <p:grpSpPr>
        <a:xfrm>
          <a:off x="0" y="0"/>
          <a:ext cx="0" cy="0"/>
          <a:chOff x="0" y="0"/>
          <a:chExt cx="0" cy="0"/>
        </a:xfrm>
      </p:grpSpPr>
      <p:sp>
        <p:nvSpPr>
          <p:cNvPr id="525" name="Google Shape;525;p33"/>
          <p:cNvSpPr txBox="1">
            <a:spLocks noGrp="1"/>
          </p:cNvSpPr>
          <p:nvPr>
            <p:ph type="title"/>
          </p:nvPr>
        </p:nvSpPr>
        <p:spPr>
          <a:xfrm>
            <a:off x="564931" y="362212"/>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None/>
              <a:defRPr sz="1400" b="0" i="0" u="none" strike="noStrike" cap="none">
                <a:solidFill>
                  <a:schemeClr val="dk1"/>
                </a:solidFill>
                <a:latin typeface="Outfit"/>
                <a:ea typeface="Outfit"/>
                <a:cs typeface="Outfit"/>
                <a:sym typeface="Outfit"/>
              </a:defRPr>
            </a:lvl9pPr>
          </a:lstStyle>
          <a:p>
            <a:endParaRPr/>
          </a:p>
        </p:txBody>
      </p:sp>
      <p:sp>
        <p:nvSpPr>
          <p:cNvPr id="526" name="Google Shape;526;p33"/>
          <p:cNvSpPr txBox="1">
            <a:spLocks noGrp="1"/>
          </p:cNvSpPr>
          <p:nvPr>
            <p:ph type="body" idx="1"/>
          </p:nvPr>
        </p:nvSpPr>
        <p:spPr>
          <a:xfrm>
            <a:off x="1678225" y="1122425"/>
            <a:ext cx="28182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27" name="Google Shape;527;p33"/>
          <p:cNvSpPr txBox="1">
            <a:spLocks noGrp="1"/>
          </p:cNvSpPr>
          <p:nvPr>
            <p:ph type="body" idx="2"/>
          </p:nvPr>
        </p:nvSpPr>
        <p:spPr>
          <a:xfrm>
            <a:off x="1678225" y="1819575"/>
            <a:ext cx="28182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28" name="Google Shape;528;p33"/>
          <p:cNvSpPr txBox="1">
            <a:spLocks noGrp="1"/>
          </p:cNvSpPr>
          <p:nvPr>
            <p:ph type="body" idx="3"/>
          </p:nvPr>
        </p:nvSpPr>
        <p:spPr>
          <a:xfrm>
            <a:off x="1678225" y="2553025"/>
            <a:ext cx="28182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29" name="Google Shape;529;p33"/>
          <p:cNvSpPr txBox="1">
            <a:spLocks noGrp="1"/>
          </p:cNvSpPr>
          <p:nvPr>
            <p:ph type="body" idx="4"/>
          </p:nvPr>
        </p:nvSpPr>
        <p:spPr>
          <a:xfrm>
            <a:off x="1678125" y="3286475"/>
            <a:ext cx="28182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0" name="Google Shape;530;p33"/>
          <p:cNvSpPr txBox="1">
            <a:spLocks noGrp="1"/>
          </p:cNvSpPr>
          <p:nvPr>
            <p:ph type="body" idx="5"/>
          </p:nvPr>
        </p:nvSpPr>
        <p:spPr>
          <a:xfrm>
            <a:off x="1681525" y="4015175"/>
            <a:ext cx="28149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1" name="Google Shape;531;p33"/>
          <p:cNvSpPr txBox="1">
            <a:spLocks noGrp="1"/>
          </p:cNvSpPr>
          <p:nvPr>
            <p:ph type="body" idx="6"/>
          </p:nvPr>
        </p:nvSpPr>
        <p:spPr>
          <a:xfrm>
            <a:off x="5619625" y="114017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2" name="Google Shape;532;p33"/>
          <p:cNvSpPr txBox="1">
            <a:spLocks noGrp="1"/>
          </p:cNvSpPr>
          <p:nvPr>
            <p:ph type="body" idx="7"/>
          </p:nvPr>
        </p:nvSpPr>
        <p:spPr>
          <a:xfrm>
            <a:off x="5619625" y="187362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3" name="Google Shape;533;p33"/>
          <p:cNvSpPr txBox="1">
            <a:spLocks noGrp="1"/>
          </p:cNvSpPr>
          <p:nvPr>
            <p:ph type="body" idx="8"/>
          </p:nvPr>
        </p:nvSpPr>
        <p:spPr>
          <a:xfrm>
            <a:off x="5619625" y="2544075"/>
            <a:ext cx="2958000" cy="593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4" name="Google Shape;534;p33"/>
          <p:cNvSpPr txBox="1">
            <a:spLocks noGrp="1"/>
          </p:cNvSpPr>
          <p:nvPr>
            <p:ph type="body" idx="9"/>
          </p:nvPr>
        </p:nvSpPr>
        <p:spPr>
          <a:xfrm>
            <a:off x="5619625" y="334052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5" name="Google Shape;535;p33"/>
          <p:cNvSpPr txBox="1">
            <a:spLocks noGrp="1"/>
          </p:cNvSpPr>
          <p:nvPr>
            <p:ph type="body" idx="13"/>
          </p:nvPr>
        </p:nvSpPr>
        <p:spPr>
          <a:xfrm>
            <a:off x="5619625" y="4032925"/>
            <a:ext cx="2958000" cy="530100"/>
          </a:xfrm>
          <a:prstGeom prst="rect">
            <a:avLst/>
          </a:prstGeom>
          <a:noFill/>
          <a:ln>
            <a:noFill/>
          </a:ln>
        </p:spPr>
        <p:txBody>
          <a:bodyPr spcFirstLastPara="1" wrap="square" lIns="0" tIns="0" rIns="0" bIns="0" anchor="ctr"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36" name="Google Shape;536;p33"/>
          <p:cNvSpPr/>
          <p:nvPr/>
        </p:nvSpPr>
        <p:spPr>
          <a:xfrm rot="5400000">
            <a:off x="883425" y="39970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37" name="Google Shape;537;p33"/>
          <p:cNvSpPr/>
          <p:nvPr/>
        </p:nvSpPr>
        <p:spPr>
          <a:xfrm rot="5400000">
            <a:off x="4788825" y="108853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38" name="Google Shape;538;p33"/>
          <p:cNvSpPr/>
          <p:nvPr/>
        </p:nvSpPr>
        <p:spPr>
          <a:xfrm rot="5400000">
            <a:off x="4788825" y="1811462"/>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39" name="Google Shape;539;p33"/>
          <p:cNvSpPr/>
          <p:nvPr/>
        </p:nvSpPr>
        <p:spPr>
          <a:xfrm rot="5400000">
            <a:off x="883425" y="32721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0" name="Google Shape;540;p33"/>
          <p:cNvSpPr/>
          <p:nvPr/>
        </p:nvSpPr>
        <p:spPr>
          <a:xfrm rot="5400000">
            <a:off x="883425" y="1815775"/>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1" name="Google Shape;541;p33"/>
          <p:cNvSpPr/>
          <p:nvPr/>
        </p:nvSpPr>
        <p:spPr>
          <a:xfrm rot="5400000">
            <a:off x="883425" y="25387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2" name="Google Shape;542;p33"/>
          <p:cNvSpPr/>
          <p:nvPr/>
        </p:nvSpPr>
        <p:spPr>
          <a:xfrm rot="5400000">
            <a:off x="883425" y="109285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43" name="Google Shape;543;p33"/>
          <p:cNvSpPr txBox="1"/>
          <p:nvPr/>
        </p:nvSpPr>
        <p:spPr>
          <a:xfrm>
            <a:off x="908769" y="1143398"/>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01</a:t>
            </a:r>
            <a:endParaRPr sz="1700" b="0" i="0" u="none" strike="noStrike" cap="none">
              <a:solidFill>
                <a:srgbClr val="0E2356"/>
              </a:solidFill>
              <a:latin typeface="Outfit"/>
              <a:ea typeface="Outfit"/>
              <a:cs typeface="Outfit"/>
              <a:sym typeface="Outfit"/>
            </a:endParaRPr>
          </a:p>
        </p:txBody>
      </p:sp>
      <p:sp>
        <p:nvSpPr>
          <p:cNvPr id="544" name="Google Shape;544;p33"/>
          <p:cNvSpPr txBox="1"/>
          <p:nvPr/>
        </p:nvSpPr>
        <p:spPr>
          <a:xfrm>
            <a:off x="908769" y="18768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02</a:t>
            </a:r>
            <a:endParaRPr sz="1700" b="0" i="0" u="none" strike="noStrike" cap="none">
              <a:solidFill>
                <a:srgbClr val="0E2356"/>
              </a:solidFill>
              <a:latin typeface="Outfit"/>
              <a:ea typeface="Outfit"/>
              <a:cs typeface="Outfit"/>
              <a:sym typeface="Outfit"/>
            </a:endParaRPr>
          </a:p>
        </p:txBody>
      </p:sp>
      <p:sp>
        <p:nvSpPr>
          <p:cNvPr id="545" name="Google Shape;545;p33"/>
          <p:cNvSpPr txBox="1"/>
          <p:nvPr/>
        </p:nvSpPr>
        <p:spPr>
          <a:xfrm>
            <a:off x="908769" y="26103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03</a:t>
            </a:r>
            <a:endParaRPr sz="1700" b="0" i="0" u="none" strike="noStrike" cap="none">
              <a:solidFill>
                <a:srgbClr val="0E2356"/>
              </a:solidFill>
              <a:latin typeface="Outfit"/>
              <a:ea typeface="Outfit"/>
              <a:cs typeface="Outfit"/>
              <a:sym typeface="Outfit"/>
            </a:endParaRPr>
          </a:p>
        </p:txBody>
      </p:sp>
      <p:sp>
        <p:nvSpPr>
          <p:cNvPr id="546" name="Google Shape;546;p33"/>
          <p:cNvSpPr txBox="1"/>
          <p:nvPr/>
        </p:nvSpPr>
        <p:spPr>
          <a:xfrm>
            <a:off x="908769" y="334375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04</a:t>
            </a:r>
            <a:endParaRPr sz="1700" b="0" i="0" u="none" strike="noStrike" cap="none">
              <a:solidFill>
                <a:srgbClr val="0E2356"/>
              </a:solidFill>
              <a:latin typeface="Outfit"/>
              <a:ea typeface="Outfit"/>
              <a:cs typeface="Outfit"/>
              <a:sym typeface="Outfit"/>
            </a:endParaRPr>
          </a:p>
        </p:txBody>
      </p:sp>
      <p:sp>
        <p:nvSpPr>
          <p:cNvPr id="547" name="Google Shape;547;p33"/>
          <p:cNvSpPr txBox="1"/>
          <p:nvPr/>
        </p:nvSpPr>
        <p:spPr>
          <a:xfrm>
            <a:off x="908769" y="404756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05</a:t>
            </a:r>
            <a:endParaRPr sz="1700" b="0" i="0" u="none" strike="noStrike" cap="none">
              <a:solidFill>
                <a:srgbClr val="0E2356"/>
              </a:solidFill>
              <a:latin typeface="Outfit"/>
              <a:ea typeface="Outfit"/>
              <a:cs typeface="Outfit"/>
              <a:sym typeface="Outfit"/>
            </a:endParaRPr>
          </a:p>
        </p:txBody>
      </p:sp>
      <p:sp>
        <p:nvSpPr>
          <p:cNvPr id="548" name="Google Shape;548;p33"/>
          <p:cNvSpPr txBox="1"/>
          <p:nvPr/>
        </p:nvSpPr>
        <p:spPr>
          <a:xfrm>
            <a:off x="4814169" y="114962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06</a:t>
            </a:r>
            <a:endParaRPr sz="1700" b="0" i="0" u="none" strike="noStrike" cap="none">
              <a:solidFill>
                <a:srgbClr val="0E2356"/>
              </a:solidFill>
              <a:latin typeface="Outfit"/>
              <a:ea typeface="Outfit"/>
              <a:cs typeface="Outfit"/>
              <a:sym typeface="Outfit"/>
            </a:endParaRPr>
          </a:p>
        </p:txBody>
      </p:sp>
      <p:sp>
        <p:nvSpPr>
          <p:cNvPr id="549" name="Google Shape;549;p33"/>
          <p:cNvSpPr txBox="1"/>
          <p:nvPr/>
        </p:nvSpPr>
        <p:spPr>
          <a:xfrm>
            <a:off x="4814169" y="1883077"/>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07</a:t>
            </a:r>
            <a:endParaRPr sz="1700" b="0" i="0" u="none" strike="noStrike" cap="none">
              <a:solidFill>
                <a:srgbClr val="0E2356"/>
              </a:solidFill>
              <a:latin typeface="Outfit"/>
              <a:ea typeface="Outfit"/>
              <a:cs typeface="Outfit"/>
              <a:sym typeface="Outfit"/>
            </a:endParaRPr>
          </a:p>
        </p:txBody>
      </p:sp>
      <p:sp>
        <p:nvSpPr>
          <p:cNvPr id="550" name="Google Shape;550;p33"/>
          <p:cNvSpPr/>
          <p:nvPr/>
        </p:nvSpPr>
        <p:spPr>
          <a:xfrm rot="5400000">
            <a:off x="4788825" y="253438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51" name="Google Shape;551;p33"/>
          <p:cNvSpPr txBox="1"/>
          <p:nvPr/>
        </p:nvSpPr>
        <p:spPr>
          <a:xfrm>
            <a:off x="4814169" y="26060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08</a:t>
            </a:r>
            <a:endParaRPr sz="1700" b="0" i="0" u="none" strike="noStrike" cap="none">
              <a:solidFill>
                <a:srgbClr val="0E2356"/>
              </a:solidFill>
              <a:latin typeface="Outfit"/>
              <a:ea typeface="Outfit"/>
              <a:cs typeface="Outfit"/>
              <a:sym typeface="Outfit"/>
            </a:endParaRPr>
          </a:p>
        </p:txBody>
      </p:sp>
      <p:sp>
        <p:nvSpPr>
          <p:cNvPr id="552" name="Google Shape;552;p33"/>
          <p:cNvSpPr/>
          <p:nvPr/>
        </p:nvSpPr>
        <p:spPr>
          <a:xfrm rot="5400000">
            <a:off x="4788825" y="3261387"/>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53" name="Google Shape;553;p33"/>
          <p:cNvSpPr txBox="1"/>
          <p:nvPr/>
        </p:nvSpPr>
        <p:spPr>
          <a:xfrm>
            <a:off x="4814169" y="3333002"/>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09</a:t>
            </a:r>
            <a:endParaRPr sz="1700" b="0" i="0" u="none" strike="noStrike" cap="none">
              <a:solidFill>
                <a:srgbClr val="0E2356"/>
              </a:solidFill>
              <a:latin typeface="Outfit"/>
              <a:ea typeface="Outfit"/>
              <a:cs typeface="Outfit"/>
              <a:sym typeface="Outfit"/>
            </a:endParaRPr>
          </a:p>
        </p:txBody>
      </p:sp>
      <p:sp>
        <p:nvSpPr>
          <p:cNvPr id="554" name="Google Shape;554;p33"/>
          <p:cNvSpPr/>
          <p:nvPr/>
        </p:nvSpPr>
        <p:spPr>
          <a:xfrm rot="5400000">
            <a:off x="4788825" y="3997000"/>
            <a:ext cx="593100" cy="593100"/>
          </a:xfrm>
          <a:prstGeom prst="teardrop">
            <a:avLst>
              <a:gd name="adj" fmla="val 100000"/>
            </a:avLst>
          </a:prstGeom>
          <a:noFill/>
          <a:ln w="19050"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Light"/>
              <a:ea typeface="Outfit Light"/>
              <a:cs typeface="Outfit Light"/>
              <a:sym typeface="Outfit Light"/>
            </a:endParaRPr>
          </a:p>
        </p:txBody>
      </p:sp>
      <p:sp>
        <p:nvSpPr>
          <p:cNvPr id="555" name="Google Shape;555;p33"/>
          <p:cNvSpPr txBox="1"/>
          <p:nvPr/>
        </p:nvSpPr>
        <p:spPr>
          <a:xfrm>
            <a:off x="4814169" y="4047565"/>
            <a:ext cx="542400" cy="5301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0"/>
              </a:spcBef>
              <a:spcAft>
                <a:spcPts val="0"/>
              </a:spcAft>
              <a:buClr>
                <a:srgbClr val="586586"/>
              </a:buClr>
              <a:buSzPts val="5200"/>
              <a:buFont typeface="Outfit"/>
              <a:buNone/>
            </a:pPr>
            <a:r>
              <a:rPr lang="en" sz="1700" b="1" i="0" u="none" strike="noStrike" cap="none">
                <a:solidFill>
                  <a:srgbClr val="0E2356"/>
                </a:solidFill>
                <a:latin typeface="Outfit"/>
                <a:ea typeface="Outfit"/>
                <a:cs typeface="Outfit"/>
                <a:sym typeface="Outfit"/>
              </a:rPr>
              <a:t>10</a:t>
            </a:r>
            <a:endParaRPr sz="1700" b="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99 - Table des matières [all]">
  <p:cSld name="99 - Table des matières [all]">
    <p:spTree>
      <p:nvGrpSpPr>
        <p:cNvPr id="1" name="Shape 556"/>
        <p:cNvGrpSpPr/>
        <p:nvPr/>
      </p:nvGrpSpPr>
      <p:grpSpPr>
        <a:xfrm>
          <a:off x="0" y="0"/>
          <a:ext cx="0" cy="0"/>
          <a:chOff x="0" y="0"/>
          <a:chExt cx="0" cy="0"/>
        </a:xfrm>
      </p:grpSpPr>
      <p:sp>
        <p:nvSpPr>
          <p:cNvPr id="557" name="Google Shape;557;p34"/>
          <p:cNvSpPr txBox="1">
            <a:spLocks noGrp="1"/>
          </p:cNvSpPr>
          <p:nvPr>
            <p:ph type="title"/>
          </p:nvPr>
        </p:nvSpPr>
        <p:spPr>
          <a:xfrm>
            <a:off x="564931" y="360737"/>
            <a:ext cx="80061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9pPr>
          </a:lstStyle>
          <a:p>
            <a:endParaRPr/>
          </a:p>
        </p:txBody>
      </p:sp>
      <p:sp>
        <p:nvSpPr>
          <p:cNvPr id="558" name="Google Shape;558;p34"/>
          <p:cNvSpPr txBox="1">
            <a:spLocks noGrp="1"/>
          </p:cNvSpPr>
          <p:nvPr>
            <p:ph type="body" idx="1"/>
          </p:nvPr>
        </p:nvSpPr>
        <p:spPr>
          <a:xfrm>
            <a:off x="571500" y="803050"/>
            <a:ext cx="7053000" cy="4077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
        <p:nvSpPr>
          <p:cNvPr id="559" name="Google Shape;559;p34"/>
          <p:cNvSpPr txBox="1">
            <a:spLocks noGrp="1"/>
          </p:cNvSpPr>
          <p:nvPr>
            <p:ph type="body" idx="2"/>
          </p:nvPr>
        </p:nvSpPr>
        <p:spPr>
          <a:xfrm>
            <a:off x="7624600" y="803050"/>
            <a:ext cx="1016100" cy="407760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None/>
              <a:defRPr sz="12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40 - Couverture [1] 1">
  <p:cSld name="40 - Couverture [1]_1">
    <p:bg>
      <p:bgPr>
        <a:solidFill>
          <a:schemeClr val="lt1"/>
        </a:solidFill>
        <a:effectLst/>
      </p:bgPr>
    </p:bg>
    <p:spTree>
      <p:nvGrpSpPr>
        <p:cNvPr id="1" name="Shape 560"/>
        <p:cNvGrpSpPr/>
        <p:nvPr/>
      </p:nvGrpSpPr>
      <p:grpSpPr>
        <a:xfrm>
          <a:off x="0" y="0"/>
          <a:ext cx="0" cy="0"/>
          <a:chOff x="0" y="0"/>
          <a:chExt cx="0" cy="0"/>
        </a:xfrm>
      </p:grpSpPr>
      <p:pic>
        <p:nvPicPr>
          <p:cNvPr id="561" name="Google Shape;561;p35"/>
          <p:cNvPicPr preferRelativeResize="0"/>
          <p:nvPr/>
        </p:nvPicPr>
        <p:blipFill rotWithShape="1">
          <a:blip r:embed="rId2">
            <a:alphaModFix/>
          </a:blip>
          <a:srcRect/>
          <a:stretch/>
        </p:blipFill>
        <p:spPr>
          <a:xfrm>
            <a:off x="0" y="0"/>
            <a:ext cx="9144000" cy="5143500"/>
          </a:xfrm>
          <a:prstGeom prst="roundRect">
            <a:avLst>
              <a:gd name="adj" fmla="val 0"/>
            </a:avLst>
          </a:prstGeom>
          <a:noFill/>
          <a:ln>
            <a:noFill/>
          </a:ln>
        </p:spPr>
      </p:pic>
      <p:sp>
        <p:nvSpPr>
          <p:cNvPr id="562" name="Google Shape;562;p35"/>
          <p:cNvSpPr txBox="1"/>
          <p:nvPr/>
        </p:nvSpPr>
        <p:spPr>
          <a:xfrm rot="-5400000">
            <a:off x="8220930" y="4230075"/>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600" b="0" i="0" u="none" strike="noStrike" cap="none">
                <a:solidFill>
                  <a:srgbClr val="FFFFFF"/>
                </a:solidFill>
                <a:latin typeface="Outfit Medium"/>
                <a:ea typeface="Outfit Medium"/>
                <a:cs typeface="Outfit Medium"/>
                <a:sym typeface="Outfit Medium"/>
              </a:rPr>
              <a:t>THERE IS A BETTER WAY</a:t>
            </a:r>
            <a:endParaRPr sz="600" b="0" i="0" u="none" strike="noStrike" cap="none">
              <a:solidFill>
                <a:srgbClr val="FFFFFF"/>
              </a:solidFill>
              <a:latin typeface="Outfit Medium"/>
              <a:ea typeface="Outfit Medium"/>
              <a:cs typeface="Outfit Medium"/>
              <a:sym typeface="Outfit Medium"/>
            </a:endParaRPr>
          </a:p>
        </p:txBody>
      </p:sp>
      <p:grpSp>
        <p:nvGrpSpPr>
          <p:cNvPr id="563" name="Google Shape;563;p35"/>
          <p:cNvGrpSpPr/>
          <p:nvPr/>
        </p:nvGrpSpPr>
        <p:grpSpPr>
          <a:xfrm>
            <a:off x="276293" y="292119"/>
            <a:ext cx="345989" cy="338615"/>
            <a:chOff x="6838242" y="518225"/>
            <a:chExt cx="1247708" cy="1221114"/>
          </a:xfrm>
        </p:grpSpPr>
        <p:sp>
          <p:nvSpPr>
            <p:cNvPr id="564" name="Google Shape;564;p35"/>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565" name="Google Shape;565;p35"/>
            <p:cNvSpPr/>
            <p:nvPr/>
          </p:nvSpPr>
          <p:spPr>
            <a:xfrm>
              <a:off x="6838242" y="539639"/>
              <a:ext cx="1200000" cy="1199700"/>
            </a:xfrm>
            <a:prstGeom prst="donut">
              <a:avLst>
                <a:gd name="adj" fmla="val 20918"/>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566" name="Google Shape;566;p35"/>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567" name="Google Shape;567;p35"/>
          <p:cNvSpPr txBox="1"/>
          <p:nvPr/>
        </p:nvSpPr>
        <p:spPr>
          <a:xfrm>
            <a:off x="182043" y="4727850"/>
            <a:ext cx="1236600" cy="215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600" b="0" i="0" u="none" strike="noStrike" cap="none">
                <a:solidFill>
                  <a:srgbClr val="FFFFFF"/>
                </a:solidFill>
                <a:latin typeface="Outfit Medium"/>
                <a:ea typeface="Outfit Medium"/>
                <a:cs typeface="Outfit Medium"/>
                <a:sym typeface="Outfit Medium"/>
              </a:rPr>
              <a:t>DIGITAL THINKERS &amp; DOERS</a:t>
            </a:r>
            <a:endParaRPr sz="600" b="0" i="0" u="none" strike="noStrike" cap="none">
              <a:solidFill>
                <a:srgbClr val="FFFFFF"/>
              </a:solidFill>
              <a:latin typeface="Outfit Medium"/>
              <a:ea typeface="Outfit Medium"/>
              <a:cs typeface="Outfit Medium"/>
              <a:sym typeface="Outfit Medium"/>
            </a:endParaRPr>
          </a:p>
        </p:txBody>
      </p:sp>
      <p:sp>
        <p:nvSpPr>
          <p:cNvPr id="568" name="Google Shape;568;p35"/>
          <p:cNvSpPr/>
          <p:nvPr/>
        </p:nvSpPr>
        <p:spPr>
          <a:xfrm>
            <a:off x="3988625" y="36184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569" name="Google Shape;569;p35"/>
          <p:cNvGrpSpPr/>
          <p:nvPr/>
        </p:nvGrpSpPr>
        <p:grpSpPr>
          <a:xfrm>
            <a:off x="1097923" y="1336707"/>
            <a:ext cx="4598402" cy="1873532"/>
            <a:chOff x="2164723" y="1336707"/>
            <a:chExt cx="4598402" cy="1873532"/>
          </a:xfrm>
        </p:grpSpPr>
        <p:cxnSp>
          <p:nvCxnSpPr>
            <p:cNvPr id="570" name="Google Shape;570;p35"/>
            <p:cNvCxnSpPr/>
            <p:nvPr/>
          </p:nvCxnSpPr>
          <p:spPr>
            <a:xfrm>
              <a:off x="3064700" y="3175550"/>
              <a:ext cx="3698100" cy="0"/>
            </a:xfrm>
            <a:prstGeom prst="straightConnector1">
              <a:avLst/>
            </a:prstGeom>
            <a:noFill/>
            <a:ln w="19050" cap="flat" cmpd="sng">
              <a:solidFill>
                <a:srgbClr val="FFFFFF"/>
              </a:solidFill>
              <a:prstDash val="solid"/>
              <a:round/>
              <a:headEnd type="none" w="sm" len="sm"/>
              <a:tailEnd type="none" w="sm" len="sm"/>
            </a:ln>
          </p:spPr>
        </p:cxnSp>
        <p:sp>
          <p:nvSpPr>
            <p:cNvPr id="571" name="Google Shape;571;p35"/>
            <p:cNvSpPr/>
            <p:nvPr/>
          </p:nvSpPr>
          <p:spPr>
            <a:xfrm>
              <a:off x="4924425" y="1371385"/>
              <a:ext cx="1838700" cy="17955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572" name="Google Shape;572;p35"/>
            <p:cNvCxnSpPr>
              <a:endCxn id="571" idx="2"/>
            </p:cNvCxnSpPr>
            <p:nvPr/>
          </p:nvCxnSpPr>
          <p:spPr>
            <a:xfrm rot="10800000">
              <a:off x="6761983" y="2313859"/>
              <a:ext cx="0" cy="861600"/>
            </a:xfrm>
            <a:prstGeom prst="straightConnector1">
              <a:avLst/>
            </a:prstGeom>
            <a:noFill/>
            <a:ln w="19050" cap="flat" cmpd="sng">
              <a:solidFill>
                <a:srgbClr val="FFFFFF"/>
              </a:solidFill>
              <a:prstDash val="solid"/>
              <a:round/>
              <a:headEnd type="none" w="sm" len="sm"/>
              <a:tailEnd type="none" w="sm" len="sm"/>
            </a:ln>
          </p:spPr>
        </p:cxnSp>
        <p:sp>
          <p:nvSpPr>
            <p:cNvPr id="573" name="Google Shape;573;p35"/>
            <p:cNvSpPr/>
            <p:nvPr/>
          </p:nvSpPr>
          <p:spPr>
            <a:xfrm rot="-5399439">
              <a:off x="2143273" y="1392988"/>
              <a:ext cx="1838700" cy="17955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574" name="Google Shape;574;p35"/>
            <p:cNvSpPr/>
            <p:nvPr/>
          </p:nvSpPr>
          <p:spPr>
            <a:xfrm rot="-5400561" flipH="1">
              <a:off x="2143273" y="1358457"/>
              <a:ext cx="1838700" cy="17955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575" name="Google Shape;575;p35"/>
            <p:cNvCxnSpPr>
              <a:stCxn id="573" idx="2"/>
              <a:endCxn id="571" idx="0"/>
            </p:cNvCxnSpPr>
            <p:nvPr/>
          </p:nvCxnSpPr>
          <p:spPr>
            <a:xfrm>
              <a:off x="3065855" y="1371394"/>
              <a:ext cx="2788800" cy="0"/>
            </a:xfrm>
            <a:prstGeom prst="straightConnector1">
              <a:avLst/>
            </a:prstGeom>
            <a:noFill/>
            <a:ln w="19050" cap="flat" cmpd="sng">
              <a:solidFill>
                <a:srgbClr val="FFFFFF"/>
              </a:solidFill>
              <a:prstDash val="solid"/>
              <a:round/>
              <a:headEnd type="none" w="sm" len="sm"/>
              <a:tailEnd type="none" w="sm" len="sm"/>
            </a:ln>
          </p:spPr>
        </p:cxnSp>
      </p:grpSp>
      <p:sp>
        <p:nvSpPr>
          <p:cNvPr id="576" name="Google Shape;576;p35"/>
          <p:cNvSpPr txBox="1"/>
          <p:nvPr/>
        </p:nvSpPr>
        <p:spPr>
          <a:xfrm>
            <a:off x="6997200" y="215900"/>
            <a:ext cx="1966800" cy="215400"/>
          </a:xfrm>
          <a:prstGeom prst="rect">
            <a:avLst/>
          </a:prstGeom>
          <a:noFill/>
          <a:ln>
            <a:noFill/>
          </a:ln>
        </p:spPr>
        <p:txBody>
          <a:bodyPr spcFirstLastPara="1" wrap="square" lIns="91425" tIns="91425" rIns="91425" bIns="91425" anchor="ctr" anchorCtr="0">
            <a:noAutofit/>
          </a:bodyPr>
          <a:lstStyle/>
          <a:p>
            <a:pPr marL="0" marR="0" lvl="0" indent="0" algn="r" rtl="0">
              <a:lnSpc>
                <a:spcPct val="100000"/>
              </a:lnSpc>
              <a:spcBef>
                <a:spcPts val="0"/>
              </a:spcBef>
              <a:spcAft>
                <a:spcPts val="0"/>
              </a:spcAft>
              <a:buClr>
                <a:srgbClr val="000000"/>
              </a:buClr>
              <a:buSzPts val="650"/>
              <a:buFont typeface="Outfit"/>
              <a:buNone/>
            </a:pPr>
            <a:r>
              <a:rPr lang="en" sz="600" b="0" i="0" u="none" strike="noStrike" cap="none">
                <a:solidFill>
                  <a:srgbClr val="FFFFFF"/>
                </a:solidFill>
                <a:latin typeface="Outfit Medium"/>
                <a:ea typeface="Outfit Medium"/>
                <a:cs typeface="Outfit Medium"/>
                <a:sym typeface="Outfit Medium"/>
              </a:rPr>
              <a:t>OCTO TECHNOLOGY I PART OF ACCENTURE</a:t>
            </a:r>
            <a:endParaRPr sz="600" b="0" i="0" u="none" strike="noStrike" cap="none">
              <a:solidFill>
                <a:srgbClr val="FFFFFF"/>
              </a:solidFill>
              <a:latin typeface="Outfit Medium"/>
              <a:ea typeface="Outfit Medium"/>
              <a:cs typeface="Outfit Medium"/>
              <a:sym typeface="Outfit Medium"/>
            </a:endParaRPr>
          </a:p>
        </p:txBody>
      </p:sp>
      <p:pic>
        <p:nvPicPr>
          <p:cNvPr id="577" name="Google Shape;577;p35"/>
          <p:cNvPicPr preferRelativeResize="0"/>
          <p:nvPr/>
        </p:nvPicPr>
        <p:blipFill rotWithShape="1">
          <a:blip r:embed="rId3">
            <a:alphaModFix/>
          </a:blip>
          <a:srcRect t="338" b="338"/>
          <a:stretch/>
        </p:blipFill>
        <p:spPr>
          <a:xfrm>
            <a:off x="5866738" y="2120950"/>
            <a:ext cx="1724025" cy="1257300"/>
          </a:xfrm>
          <a:prstGeom prst="rect">
            <a:avLst/>
          </a:prstGeom>
          <a:noFill/>
          <a:ln>
            <a:noFill/>
          </a:ln>
        </p:spPr>
      </p:pic>
      <p:sp>
        <p:nvSpPr>
          <p:cNvPr id="578" name="Google Shape;578;p35"/>
          <p:cNvSpPr txBox="1">
            <a:spLocks noGrp="1"/>
          </p:cNvSpPr>
          <p:nvPr>
            <p:ph type="title"/>
          </p:nvPr>
        </p:nvSpPr>
        <p:spPr>
          <a:xfrm>
            <a:off x="1657350" y="1619250"/>
            <a:ext cx="3648000" cy="13050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2000"/>
              <a:buFont typeface="Outfit Medium"/>
              <a:buNone/>
              <a:defRPr sz="2000" i="0" u="none" strike="noStrike" cap="none">
                <a:solidFill>
                  <a:schemeClr val="lt1"/>
                </a:solidFill>
                <a:latin typeface="Outfit Medium"/>
                <a:ea typeface="Outfit Medium"/>
                <a:cs typeface="Outfit Medium"/>
                <a:sym typeface="Outfit Medium"/>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sp>
        <p:nvSpPr>
          <p:cNvPr id="579" name="Google Shape;579;p35"/>
          <p:cNvSpPr txBox="1">
            <a:spLocks noGrp="1"/>
          </p:cNvSpPr>
          <p:nvPr>
            <p:ph type="subTitle" idx="1"/>
          </p:nvPr>
        </p:nvSpPr>
        <p:spPr>
          <a:xfrm>
            <a:off x="1657350" y="2668200"/>
            <a:ext cx="3648000" cy="215400"/>
          </a:xfrm>
          <a:prstGeom prst="rect">
            <a:avLst/>
          </a:prstGeom>
          <a:noFill/>
          <a:ln>
            <a:noFill/>
          </a:ln>
        </p:spPr>
        <p:txBody>
          <a:bodyPr spcFirstLastPara="1" wrap="square" lIns="0" tIns="0" rIns="0" bIns="0" anchor="b" anchorCtr="0">
            <a:normAutofit/>
          </a:bodyPr>
          <a:lstStyle>
            <a:lvl1pPr marR="0" lvl="0"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1pPr>
            <a:lvl2pPr marR="0" lvl="1"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2pPr>
            <a:lvl3pPr marR="0" lvl="2"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3pPr>
            <a:lvl4pPr marR="0" lvl="3"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4pPr>
            <a:lvl5pPr marR="0" lvl="4"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5pPr>
            <a:lvl6pPr marR="0" lvl="5"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6pPr>
            <a:lvl7pPr marR="0" lvl="6"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7pPr>
            <a:lvl8pPr marR="0" lvl="7"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8pPr>
            <a:lvl9pPr marR="0" lvl="8" algn="l" rtl="0">
              <a:lnSpc>
                <a:spcPct val="100000"/>
              </a:lnSpc>
              <a:spcBef>
                <a:spcPts val="0"/>
              </a:spcBef>
              <a:spcAft>
                <a:spcPts val="0"/>
              </a:spcAft>
              <a:buClr>
                <a:schemeClr val="lt1"/>
              </a:buClr>
              <a:buSzPts val="1300"/>
              <a:buFont typeface="Outfit Light"/>
              <a:buNone/>
              <a:defRPr sz="1300" i="0" u="none" strike="noStrike" cap="none">
                <a:solidFill>
                  <a:schemeClr val="lt1"/>
                </a:solidFill>
                <a:latin typeface="Outfit Light"/>
                <a:ea typeface="Outfit Light"/>
                <a:cs typeface="Outfit Light"/>
                <a:sym typeface="Outfit Light"/>
              </a:defRPr>
            </a:lvl9pPr>
          </a:lstStyle>
          <a:p>
            <a:endParaRPr/>
          </a:p>
        </p:txBody>
      </p:sp>
      <p:sp>
        <p:nvSpPr>
          <p:cNvPr id="580" name="Google Shape;580;p35"/>
          <p:cNvSpPr/>
          <p:nvPr/>
        </p:nvSpPr>
        <p:spPr>
          <a:xfrm>
            <a:off x="3988625" y="3618400"/>
            <a:ext cx="136800" cy="1368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nvGrpSpPr>
          <p:cNvPr id="581" name="Google Shape;581;p35"/>
          <p:cNvGrpSpPr/>
          <p:nvPr/>
        </p:nvGrpSpPr>
        <p:grpSpPr>
          <a:xfrm rot="10800000">
            <a:off x="4572194" y="3152705"/>
            <a:ext cx="2605006" cy="616888"/>
            <a:chOff x="2164721" y="1365883"/>
            <a:chExt cx="4598421" cy="1890555"/>
          </a:xfrm>
        </p:grpSpPr>
        <p:cxnSp>
          <p:nvCxnSpPr>
            <p:cNvPr id="582" name="Google Shape;582;p35"/>
            <p:cNvCxnSpPr>
              <a:stCxn id="583" idx="2"/>
            </p:cNvCxnSpPr>
            <p:nvPr/>
          </p:nvCxnSpPr>
          <p:spPr>
            <a:xfrm>
              <a:off x="2699642" y="3175623"/>
              <a:ext cx="4063500" cy="0"/>
            </a:xfrm>
            <a:prstGeom prst="straightConnector1">
              <a:avLst/>
            </a:prstGeom>
            <a:noFill/>
            <a:ln w="19050" cap="flat" cmpd="sng">
              <a:solidFill>
                <a:srgbClr val="FFFFFF"/>
              </a:solidFill>
              <a:prstDash val="solid"/>
              <a:round/>
              <a:headEnd type="none" w="sm" len="sm"/>
              <a:tailEnd type="none" w="sm" len="sm"/>
            </a:ln>
          </p:spPr>
        </p:cxnSp>
        <p:sp>
          <p:nvSpPr>
            <p:cNvPr id="584" name="Google Shape;584;p35"/>
            <p:cNvSpPr/>
            <p:nvPr/>
          </p:nvSpPr>
          <p:spPr>
            <a:xfrm>
              <a:off x="5870124" y="1371373"/>
              <a:ext cx="892800" cy="1476300"/>
            </a:xfrm>
            <a:prstGeom prst="arc">
              <a:avLst>
                <a:gd name="adj1" fmla="val 16241889"/>
                <a:gd name="adj2" fmla="val 167312"/>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585" name="Google Shape;585;p35"/>
            <p:cNvCxnSpPr>
              <a:endCxn id="584" idx="2"/>
            </p:cNvCxnSpPr>
            <p:nvPr/>
          </p:nvCxnSpPr>
          <p:spPr>
            <a:xfrm rot="10800000">
              <a:off x="6762341" y="2147223"/>
              <a:ext cx="0" cy="1028700"/>
            </a:xfrm>
            <a:prstGeom prst="straightConnector1">
              <a:avLst/>
            </a:prstGeom>
            <a:noFill/>
            <a:ln w="19050" cap="flat" cmpd="sng">
              <a:solidFill>
                <a:srgbClr val="FFFFFF"/>
              </a:solidFill>
              <a:prstDash val="solid"/>
              <a:round/>
              <a:headEnd type="none" w="sm" len="sm"/>
              <a:tailEnd type="none" w="sm" len="sm"/>
            </a:ln>
          </p:spPr>
        </p:cxnSp>
        <p:sp>
          <p:nvSpPr>
            <p:cNvPr id="586" name="Google Shape;586;p35"/>
            <p:cNvSpPr/>
            <p:nvPr/>
          </p:nvSpPr>
          <p:spPr>
            <a:xfrm rot="-5399453">
              <a:off x="1791865" y="1744138"/>
              <a:ext cx="1885200" cy="1139100"/>
            </a:xfrm>
            <a:prstGeom prst="arc">
              <a:avLst>
                <a:gd name="adj1" fmla="val 16241889"/>
                <a:gd name="adj2" fmla="val 11524"/>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583" name="Google Shape;583;p35"/>
            <p:cNvSpPr/>
            <p:nvPr/>
          </p:nvSpPr>
          <p:spPr>
            <a:xfrm rot="-5400570" flipH="1">
              <a:off x="1792271" y="1738633"/>
              <a:ext cx="1809600" cy="1064400"/>
            </a:xfrm>
            <a:prstGeom prst="arc">
              <a:avLst>
                <a:gd name="adj1" fmla="val 16241889"/>
                <a:gd name="adj2" fmla="val 15973"/>
              </a:avLst>
            </a:prstGeom>
            <a:no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587" name="Google Shape;587;p35"/>
            <p:cNvCxnSpPr>
              <a:stCxn id="586" idx="2"/>
              <a:endCxn id="584" idx="0"/>
            </p:cNvCxnSpPr>
            <p:nvPr/>
          </p:nvCxnSpPr>
          <p:spPr>
            <a:xfrm>
              <a:off x="2736435" y="1371094"/>
              <a:ext cx="3585300" cy="300"/>
            </a:xfrm>
            <a:prstGeom prst="straightConnector1">
              <a:avLst/>
            </a:prstGeom>
            <a:noFill/>
            <a:ln w="19050" cap="flat" cmpd="sng">
              <a:solidFill>
                <a:srgbClr val="FFFFFF"/>
              </a:solidFill>
              <a:prstDash val="solid"/>
              <a:round/>
              <a:headEnd type="none" w="sm" len="sm"/>
              <a:tailEnd type="none" w="sm" len="sm"/>
            </a:ln>
          </p:spPr>
        </p:cxnSp>
      </p:grpSp>
      <p:cxnSp>
        <p:nvCxnSpPr>
          <p:cNvPr id="588" name="Google Shape;588;p35"/>
          <p:cNvCxnSpPr/>
          <p:nvPr/>
        </p:nvCxnSpPr>
        <p:spPr>
          <a:xfrm>
            <a:off x="5567313" y="3411150"/>
            <a:ext cx="0" cy="94200"/>
          </a:xfrm>
          <a:prstGeom prst="straightConnector1">
            <a:avLst/>
          </a:prstGeom>
          <a:noFill/>
          <a:ln w="9525" cap="flat" cmpd="sng">
            <a:solidFill>
              <a:srgbClr val="FFFFFF"/>
            </a:solidFill>
            <a:prstDash val="solid"/>
            <a:round/>
            <a:headEnd type="none" w="med" len="med"/>
            <a:tailEnd type="none" w="med" len="med"/>
          </a:ln>
        </p:spPr>
      </p:cxnSp>
      <p:sp>
        <p:nvSpPr>
          <p:cNvPr id="589" name="Google Shape;589;p35"/>
          <p:cNvSpPr txBox="1">
            <a:spLocks noGrp="1"/>
          </p:cNvSpPr>
          <p:nvPr>
            <p:ph type="title" idx="2"/>
          </p:nvPr>
        </p:nvSpPr>
        <p:spPr>
          <a:xfrm>
            <a:off x="4707450" y="3303350"/>
            <a:ext cx="7320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
        <p:nvSpPr>
          <p:cNvPr id="590" name="Google Shape;590;p35"/>
          <p:cNvSpPr txBox="1">
            <a:spLocks noGrp="1"/>
          </p:cNvSpPr>
          <p:nvPr>
            <p:ph type="title" idx="3"/>
          </p:nvPr>
        </p:nvSpPr>
        <p:spPr>
          <a:xfrm>
            <a:off x="5695200" y="3303350"/>
            <a:ext cx="1405200" cy="315600"/>
          </a:xfrm>
          <a:prstGeom prst="rect">
            <a:avLst/>
          </a:prstGeom>
          <a:noFill/>
          <a:ln>
            <a:noFill/>
          </a:ln>
        </p:spPr>
        <p:txBody>
          <a:bodyPr spcFirstLastPara="1" wrap="square" lIns="0" tIns="0" rIns="0" bIns="0" anchor="ctr" anchorCtr="0">
            <a:normAutofit/>
          </a:bodyPr>
          <a:lstStyle>
            <a:lvl1pPr marR="0" lvl="0" algn="l" rtl="0">
              <a:lnSpc>
                <a:spcPct val="100000"/>
              </a:lnSpc>
              <a:spcBef>
                <a:spcPts val="0"/>
              </a:spcBef>
              <a:spcAft>
                <a:spcPts val="0"/>
              </a:spcAft>
              <a:buClr>
                <a:schemeClr val="lt1"/>
              </a:buClr>
              <a:buSzPts val="1000"/>
              <a:buFont typeface="Outfit SemiBold"/>
              <a:buNone/>
              <a:defRPr sz="1000" i="0" u="none" strike="noStrike" cap="none">
                <a:solidFill>
                  <a:schemeClr val="lt1"/>
                </a:solidFill>
                <a:latin typeface="Outfit SemiBold"/>
                <a:ea typeface="Outfit SemiBold"/>
                <a:cs typeface="Outfit SemiBold"/>
                <a:sym typeface="Outfit SemiBold"/>
              </a:defRPr>
            </a:lvl1pPr>
            <a:lvl2pPr marR="0" lvl="1"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2pPr>
            <a:lvl3pPr marR="0" lvl="2"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3pPr>
            <a:lvl4pPr marR="0" lvl="3"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4pPr>
            <a:lvl5pPr marR="0" lvl="4"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5pPr>
            <a:lvl6pPr marR="0" lvl="5"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6pPr>
            <a:lvl7pPr marR="0" lvl="6"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7pPr>
            <a:lvl8pPr marR="0" lvl="7"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8pPr>
            <a:lvl9pPr marR="0" lvl="8" algn="l" rtl="0">
              <a:lnSpc>
                <a:spcPct val="100000"/>
              </a:lnSpc>
              <a:spcBef>
                <a:spcPts val="0"/>
              </a:spcBef>
              <a:spcAft>
                <a:spcPts val="0"/>
              </a:spcAft>
              <a:buSzPts val="1000"/>
              <a:buFont typeface="Outfit SemiBold"/>
              <a:buNone/>
              <a:defRPr sz="1000" i="0" u="none" strike="noStrike" cap="none">
                <a:solidFill>
                  <a:srgbClr val="000000"/>
                </a:solidFill>
                <a:latin typeface="Outfit SemiBold"/>
                <a:ea typeface="Outfit SemiBold"/>
                <a:cs typeface="Outfit SemiBold"/>
                <a:sym typeface="Outfit SemiBold"/>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 69 - Titre, contenu, visuel à gauche et bloc conclu">
  <p:cSld name="69 - Titre, contenu, visuel à gauche et bloc conclu - cadre blanc_1">
    <p:spTree>
      <p:nvGrpSpPr>
        <p:cNvPr id="1" name="Shape 599"/>
        <p:cNvGrpSpPr/>
        <p:nvPr/>
      </p:nvGrpSpPr>
      <p:grpSpPr>
        <a:xfrm>
          <a:off x="0" y="0"/>
          <a:ext cx="0" cy="0"/>
          <a:chOff x="0" y="0"/>
          <a:chExt cx="0" cy="0"/>
        </a:xfrm>
      </p:grpSpPr>
      <p:grpSp>
        <p:nvGrpSpPr>
          <p:cNvPr id="600" name="Google Shape;600;p37"/>
          <p:cNvGrpSpPr/>
          <p:nvPr/>
        </p:nvGrpSpPr>
        <p:grpSpPr>
          <a:xfrm>
            <a:off x="542975" y="553850"/>
            <a:ext cx="3356100" cy="2104200"/>
            <a:chOff x="542975" y="553850"/>
            <a:chExt cx="3356100" cy="2104200"/>
          </a:xfrm>
        </p:grpSpPr>
        <p:sp>
          <p:nvSpPr>
            <p:cNvPr id="601" name="Google Shape;601;p37"/>
            <p:cNvSpPr/>
            <p:nvPr/>
          </p:nvSpPr>
          <p:spPr>
            <a:xfrm>
              <a:off x="542975" y="553850"/>
              <a:ext cx="3356100" cy="21042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02" name="Google Shape;602;p37"/>
            <p:cNvSpPr txBox="1"/>
            <p:nvPr/>
          </p:nvSpPr>
          <p:spPr>
            <a:xfrm>
              <a:off x="1647825" y="1082600"/>
              <a:ext cx="800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4338"/>
                  </a:solidFill>
                  <a:latin typeface="Outfit"/>
                  <a:ea typeface="Outfit"/>
                  <a:cs typeface="Outfit"/>
                  <a:sym typeface="Outfit"/>
                </a:rPr>
                <a:t>ici mettre une Photo</a:t>
              </a:r>
              <a:endParaRPr>
                <a:solidFill>
                  <a:srgbClr val="FF4338"/>
                </a:solidFill>
                <a:latin typeface="Outfit"/>
                <a:ea typeface="Outfit"/>
                <a:cs typeface="Outfit"/>
                <a:sym typeface="Outfit"/>
              </a:endParaRPr>
            </a:p>
          </p:txBody>
        </p:sp>
      </p:grpSp>
      <p:sp>
        <p:nvSpPr>
          <p:cNvPr id="603" name="Google Shape;603;p37"/>
          <p:cNvSpPr txBox="1">
            <a:spLocks noGrp="1"/>
          </p:cNvSpPr>
          <p:nvPr>
            <p:ph type="title"/>
          </p:nvPr>
        </p:nvSpPr>
        <p:spPr>
          <a:xfrm>
            <a:off x="4300925" y="361400"/>
            <a:ext cx="41961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604" name="Google Shape;604;p37"/>
          <p:cNvSpPr txBox="1">
            <a:spLocks noGrp="1"/>
          </p:cNvSpPr>
          <p:nvPr>
            <p:ph type="body" idx="1"/>
          </p:nvPr>
        </p:nvSpPr>
        <p:spPr>
          <a:xfrm>
            <a:off x="4300925" y="956650"/>
            <a:ext cx="4247700" cy="3912600"/>
          </a:xfrm>
          <a:prstGeom prst="rect">
            <a:avLst/>
          </a:prstGeom>
          <a:noFill/>
          <a:ln>
            <a:noFill/>
          </a:ln>
        </p:spPr>
        <p:txBody>
          <a:bodyPr spcFirstLastPara="1" wrap="square" lIns="0" tIns="180000" rIns="91425" bIns="91425" anchor="ctr" anchorCtr="0">
            <a:normAutofit/>
          </a:bodyPr>
          <a:lstStyle>
            <a:lvl1pPr marL="457200" marR="0" lvl="0" indent="-342900" algn="l" rtl="0">
              <a:lnSpc>
                <a:spcPct val="115000"/>
              </a:lnSpc>
              <a:spcBef>
                <a:spcPts val="0"/>
              </a:spcBef>
              <a:spcAft>
                <a:spcPts val="0"/>
              </a:spcAft>
              <a:buClr>
                <a:srgbClr val="00D2DD"/>
              </a:buClr>
              <a:buSzPts val="1800"/>
              <a:buFont typeface="Outfit"/>
              <a:buChar char="●"/>
              <a:defRPr sz="1200" i="0" u="none" strike="noStrike" cap="none">
                <a:solidFill>
                  <a:schemeClr val="dk1"/>
                </a:solidFill>
                <a:latin typeface="Outfit"/>
                <a:ea typeface="Outfit"/>
                <a:cs typeface="Outfit"/>
                <a:sym typeface="Outfit"/>
              </a:defRPr>
            </a:lvl1pPr>
            <a:lvl2pPr marL="914400" marR="0" lvl="1" indent="-292100" algn="l" rtl="0">
              <a:lnSpc>
                <a:spcPct val="115000"/>
              </a:lnSpc>
              <a:spcBef>
                <a:spcPts val="0"/>
              </a:spcBef>
              <a:spcAft>
                <a:spcPts val="0"/>
              </a:spcAft>
              <a:buClr>
                <a:srgbClr val="00D2DD"/>
              </a:buClr>
              <a:buSzPts val="1000"/>
              <a:buFont typeface="Outfit"/>
              <a:buChar char="◎"/>
              <a:defRPr sz="100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800" i="0" u="none" strike="noStrike" cap="none">
                <a:solidFill>
                  <a:schemeClr val="dk1"/>
                </a:solidFill>
                <a:latin typeface="Outfit"/>
                <a:ea typeface="Outfit"/>
                <a:cs typeface="Outfit"/>
                <a:sym typeface="Outfit"/>
              </a:defRPr>
            </a:lvl3pPr>
            <a:lvl4pPr marL="1828800" marR="0" lvl="3" indent="-266700" algn="l" rtl="0">
              <a:lnSpc>
                <a:spcPct val="115000"/>
              </a:lnSpc>
              <a:spcBef>
                <a:spcPts val="0"/>
              </a:spcBef>
              <a:spcAft>
                <a:spcPts val="0"/>
              </a:spcAft>
              <a:buClr>
                <a:schemeClr val="dk1"/>
              </a:buClr>
              <a:buSzPts val="600"/>
              <a:buFont typeface="Outfit"/>
              <a:buChar char="●"/>
              <a:defRPr sz="700" i="0" u="none" strike="noStrike" cap="none">
                <a:solidFill>
                  <a:schemeClr val="dk1"/>
                </a:solidFill>
                <a:latin typeface="Outfit"/>
                <a:ea typeface="Outfit"/>
                <a:cs typeface="Outfit"/>
                <a:sym typeface="Outfit"/>
              </a:defRPr>
            </a:lvl4pPr>
            <a:lvl5pPr marL="2286000" marR="0" lvl="4" indent="-260350" algn="l" rtl="0">
              <a:lnSpc>
                <a:spcPct val="115000"/>
              </a:lnSpc>
              <a:spcBef>
                <a:spcPts val="0"/>
              </a:spcBef>
              <a:spcAft>
                <a:spcPts val="0"/>
              </a:spcAft>
              <a:buClr>
                <a:schemeClr val="dk1"/>
              </a:buClr>
              <a:buSzPts val="500"/>
              <a:buFont typeface="Outfit"/>
              <a:buChar char="○"/>
              <a:defRPr sz="600" i="0" u="none" strike="noStrike" cap="none">
                <a:solidFill>
                  <a:schemeClr val="dk1"/>
                </a:solidFill>
                <a:latin typeface="Outfit"/>
                <a:ea typeface="Outfit"/>
                <a:cs typeface="Outfit"/>
                <a:sym typeface="Outfit"/>
              </a:defRPr>
            </a:lvl5pPr>
            <a:lvl6pPr marL="2743200" marR="0" lvl="5" indent="-279400" algn="l" rtl="0">
              <a:lnSpc>
                <a:spcPct val="115000"/>
              </a:lnSpc>
              <a:spcBef>
                <a:spcPts val="0"/>
              </a:spcBef>
              <a:spcAft>
                <a:spcPts val="0"/>
              </a:spcAft>
              <a:buClr>
                <a:schemeClr val="dk1"/>
              </a:buClr>
              <a:buSzPts val="800"/>
              <a:buFont typeface="Outfit"/>
              <a:buChar char="▴"/>
              <a:defRPr sz="500" i="0" u="none" strike="noStrike" cap="none">
                <a:solidFill>
                  <a:schemeClr val="dk1"/>
                </a:solidFill>
                <a:latin typeface="Outfit"/>
                <a:ea typeface="Outfit"/>
                <a:cs typeface="Outfit"/>
                <a:sym typeface="Outfit"/>
              </a:defRPr>
            </a:lvl6pPr>
            <a:lvl7pPr marL="3200400" marR="0" lvl="6"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7pPr>
            <a:lvl8pPr marL="3657600" marR="0" lvl="7" indent="-254000" algn="l" rtl="0">
              <a:lnSpc>
                <a:spcPct val="115000"/>
              </a:lnSpc>
              <a:spcBef>
                <a:spcPts val="0"/>
              </a:spcBef>
              <a:spcAft>
                <a:spcPts val="0"/>
              </a:spcAft>
              <a:buClr>
                <a:schemeClr val="dk1"/>
              </a:buClr>
              <a:buSzPts val="400"/>
              <a:buFont typeface="Outfit"/>
              <a:buChar char="○"/>
              <a:defRPr sz="400" i="0" u="none" strike="noStrike" cap="none">
                <a:solidFill>
                  <a:schemeClr val="dk1"/>
                </a:solidFill>
                <a:latin typeface="Outfit"/>
                <a:ea typeface="Outfit"/>
                <a:cs typeface="Outfit"/>
                <a:sym typeface="Outfit"/>
              </a:defRPr>
            </a:lvl8pPr>
            <a:lvl9pPr marL="4114800" marR="0" lvl="8" indent="-254000" algn="l" rtl="0">
              <a:lnSpc>
                <a:spcPct val="115000"/>
              </a:lnSpc>
              <a:spcBef>
                <a:spcPts val="0"/>
              </a:spcBef>
              <a:spcAft>
                <a:spcPts val="0"/>
              </a:spcAft>
              <a:buClr>
                <a:schemeClr val="dk1"/>
              </a:buClr>
              <a:buSzPts val="400"/>
              <a:buFont typeface="Outfit"/>
              <a:buChar char="○"/>
              <a:defRPr sz="400" i="0" u="none" strike="noStrike" cap="none">
                <a:solidFill>
                  <a:schemeClr val="dk1"/>
                </a:solidFill>
                <a:latin typeface="Outfit"/>
                <a:ea typeface="Outfit"/>
                <a:cs typeface="Outfit"/>
                <a:sym typeface="Outfit"/>
              </a:defRPr>
            </a:lvl9pPr>
          </a:lstStyle>
          <a:p>
            <a:endParaRPr/>
          </a:p>
        </p:txBody>
      </p:sp>
      <p:sp>
        <p:nvSpPr>
          <p:cNvPr id="605" name="Google Shape;605;p37"/>
          <p:cNvSpPr txBox="1">
            <a:spLocks noGrp="1"/>
          </p:cNvSpPr>
          <p:nvPr>
            <p:ph type="body" idx="2"/>
          </p:nvPr>
        </p:nvSpPr>
        <p:spPr>
          <a:xfrm>
            <a:off x="876300" y="2895600"/>
            <a:ext cx="2647800" cy="15438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15000"/>
              </a:lnSpc>
              <a:spcBef>
                <a:spcPts val="0"/>
              </a:spcBef>
              <a:spcAft>
                <a:spcPts val="0"/>
              </a:spcAft>
              <a:buClr>
                <a:schemeClr val="dk1"/>
              </a:buClr>
              <a:buSzPts val="1600"/>
              <a:buFont typeface="Outfit"/>
              <a:buNone/>
              <a:defRPr sz="1600" b="1"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Font typeface="Outfit"/>
              <a:buNone/>
              <a:defRPr sz="800">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400"/>
              <a:buFont typeface="Outfit"/>
              <a:buNone/>
              <a:defRPr sz="600">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Font typeface="Outfit"/>
              <a:buNone/>
              <a:defRPr sz="500">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Font typeface="Outfit"/>
              <a:buNone/>
              <a:defRPr sz="400">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Font typeface="Outfit"/>
              <a:buNone/>
              <a:defRPr sz="300">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Font typeface="Outfit"/>
              <a:buNone/>
              <a:defRPr sz="200">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Font typeface="Outfit"/>
              <a:buNone/>
              <a:defRPr sz="200">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Font typeface="Outfit"/>
              <a:buNone/>
              <a:defRPr sz="200">
                <a:solidFill>
                  <a:schemeClr val="dk1"/>
                </a:solidFill>
                <a:latin typeface="Outfit"/>
                <a:ea typeface="Outfit"/>
                <a:cs typeface="Outfit"/>
                <a:sym typeface="Outfit"/>
              </a:defRPr>
            </a:lvl9pPr>
          </a:lstStyle>
          <a:p>
            <a:endParaRPr/>
          </a:p>
        </p:txBody>
      </p:sp>
      <p:sp>
        <p:nvSpPr>
          <p:cNvPr id="606" name="Google Shape;606;p37"/>
          <p:cNvSpPr/>
          <p:nvPr/>
        </p:nvSpPr>
        <p:spPr>
          <a:xfrm rot="10800000">
            <a:off x="542807" y="2658150"/>
            <a:ext cx="3356100" cy="2199600"/>
          </a:xfrm>
          <a:prstGeom prst="round1Rect">
            <a:avLst>
              <a:gd name="adj" fmla="val 50000"/>
            </a:avLst>
          </a:prstGeom>
          <a:noFill/>
          <a:ln w="19050" cap="flat" cmpd="sng">
            <a:solidFill>
              <a:schemeClr val="dk1"/>
            </a:solidFill>
            <a:prstDash val="solid"/>
            <a:round/>
            <a:headEnd type="none" w="sm" len="sm"/>
            <a:tailEnd type="none" w="sm" len="sm"/>
          </a:ln>
        </p:spPr>
        <p:txBody>
          <a:bodyPr spcFirstLastPara="1" wrap="square" lIns="468000" tIns="0" rIns="360000" bIns="0" anchor="ctr" anchorCtr="0">
            <a:noAutofit/>
          </a:bodyPr>
          <a:lstStyle/>
          <a:p>
            <a:pPr marL="0" marR="0" lvl="0" indent="0" algn="l" rtl="0">
              <a:lnSpc>
                <a:spcPct val="100000"/>
              </a:lnSpc>
              <a:spcBef>
                <a:spcPts val="0"/>
              </a:spcBef>
              <a:spcAft>
                <a:spcPts val="0"/>
              </a:spcAft>
              <a:buClr>
                <a:srgbClr val="8691AA"/>
              </a:buClr>
              <a:buSzPts val="1680"/>
              <a:buFont typeface="Century Gothic"/>
              <a:buNone/>
            </a:pPr>
            <a:endParaRPr sz="2800" b="1" i="0" u="none" strike="noStrike" cap="none">
              <a:solidFill>
                <a:srgbClr val="566589"/>
              </a:solidFill>
              <a:latin typeface="Outfit"/>
              <a:ea typeface="Outfit"/>
              <a:cs typeface="Outfit"/>
              <a:sym typeface="Outfit"/>
            </a:endParaRPr>
          </a:p>
        </p:txBody>
      </p:sp>
      <p:grpSp>
        <p:nvGrpSpPr>
          <p:cNvPr id="607" name="Google Shape;607;p37"/>
          <p:cNvGrpSpPr/>
          <p:nvPr/>
        </p:nvGrpSpPr>
        <p:grpSpPr>
          <a:xfrm>
            <a:off x="276303" y="292130"/>
            <a:ext cx="8682472" cy="4588395"/>
            <a:chOff x="276303" y="292130"/>
            <a:chExt cx="8682472" cy="4588395"/>
          </a:xfrm>
        </p:grpSpPr>
        <p:grpSp>
          <p:nvGrpSpPr>
            <p:cNvPr id="608" name="Google Shape;608;p37"/>
            <p:cNvGrpSpPr/>
            <p:nvPr/>
          </p:nvGrpSpPr>
          <p:grpSpPr>
            <a:xfrm>
              <a:off x="276303" y="292130"/>
              <a:ext cx="170063" cy="166438"/>
              <a:chOff x="6838242" y="518225"/>
              <a:chExt cx="1247708" cy="1221114"/>
            </a:xfrm>
          </p:grpSpPr>
          <p:sp>
            <p:nvSpPr>
              <p:cNvPr id="609" name="Google Shape;609;p37"/>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7"/>
              <p:cNvSpPr/>
              <p:nvPr/>
            </p:nvSpPr>
            <p:spPr>
              <a:xfrm>
                <a:off x="6838242" y="539639"/>
                <a:ext cx="1200000" cy="1199700"/>
              </a:xfrm>
              <a:prstGeom prst="donut">
                <a:avLst>
                  <a:gd name="adj" fmla="val 2091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7"/>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2" name="Google Shape;612;p37"/>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Century Gothic"/>
                <a:buNone/>
              </a:pPr>
              <a:r>
                <a:rPr lang="en" sz="800">
                  <a:solidFill>
                    <a:srgbClr val="00D2DD"/>
                  </a:solidFill>
                  <a:latin typeface="Outfit SemiBold"/>
                  <a:ea typeface="Outfit SemiBold"/>
                  <a:cs typeface="Outfit SemiBold"/>
                  <a:sym typeface="Outfit SemiBold"/>
                </a:rPr>
                <a:t>.</a:t>
              </a:r>
              <a:fld id="{00000000-1234-1234-1234-123412341234}" type="slidenum">
                <a:rPr lang="en" sz="800" i="0" u="none" strike="noStrike" cap="none">
                  <a:solidFill>
                    <a:schemeClr val="dk1"/>
                  </a:solidFill>
                  <a:latin typeface="Outfit SemiBold"/>
                  <a:ea typeface="Outfit SemiBold"/>
                  <a:cs typeface="Outfit SemiBold"/>
                  <a:sym typeface="Outfit SemiBold"/>
                </a:rPr>
                <a:t>‹#›</a:t>
              </a:fld>
              <a:endParaRPr sz="800" i="0" u="none" strike="noStrike" cap="none">
                <a:solidFill>
                  <a:schemeClr val="dk1"/>
                </a:solidFill>
                <a:latin typeface="Outfit SemiBold"/>
                <a:ea typeface="Outfit SemiBold"/>
                <a:cs typeface="Outfit SemiBold"/>
                <a:sym typeface="Outfit SemiBold"/>
              </a:endParaRPr>
            </a:p>
          </p:txBody>
        </p:sp>
        <p:cxnSp>
          <p:nvCxnSpPr>
            <p:cNvPr id="613" name="Google Shape;613;p37"/>
            <p:cNvCxnSpPr>
              <a:stCxn id="614" idx="2"/>
            </p:cNvCxnSpPr>
            <p:nvPr/>
          </p:nvCxnSpPr>
          <p:spPr>
            <a:xfrm>
              <a:off x="8676034" y="4864643"/>
              <a:ext cx="191400" cy="0"/>
            </a:xfrm>
            <a:prstGeom prst="straightConnector1">
              <a:avLst/>
            </a:prstGeom>
            <a:noFill/>
            <a:ln w="9525" cap="flat" cmpd="sng">
              <a:solidFill>
                <a:schemeClr val="dk1"/>
              </a:solidFill>
              <a:prstDash val="solid"/>
              <a:round/>
              <a:headEnd type="none" w="med" len="med"/>
              <a:tailEnd type="none" w="med" len="med"/>
            </a:ln>
          </p:spPr>
        </p:cxnSp>
        <p:sp>
          <p:nvSpPr>
            <p:cNvPr id="615" name="Google Shape;615;p37"/>
            <p:cNvSpPr/>
            <p:nvPr/>
          </p:nvSpPr>
          <p:spPr>
            <a:xfrm>
              <a:off x="8662728" y="4667715"/>
              <a:ext cx="200700" cy="196200"/>
            </a:xfrm>
            <a:prstGeom prst="arc">
              <a:avLst>
                <a:gd name="adj1" fmla="val 16241889"/>
                <a:gd name="adj2" fmla="val 16731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6" name="Google Shape;616;p37"/>
            <p:cNvCxnSpPr>
              <a:endCxn id="615" idx="2"/>
            </p:cNvCxnSpPr>
            <p:nvPr/>
          </p:nvCxnSpPr>
          <p:spPr>
            <a:xfrm rot="10800000">
              <a:off x="8863303" y="4770696"/>
              <a:ext cx="0" cy="98400"/>
            </a:xfrm>
            <a:prstGeom prst="straightConnector1">
              <a:avLst/>
            </a:prstGeom>
            <a:noFill/>
            <a:ln w="9525" cap="flat" cmpd="sng">
              <a:solidFill>
                <a:schemeClr val="dk1"/>
              </a:solidFill>
              <a:prstDash val="solid"/>
              <a:round/>
              <a:headEnd type="none" w="med" len="med"/>
              <a:tailEnd type="none" w="med" len="med"/>
            </a:ln>
          </p:spPr>
        </p:cxnSp>
        <p:sp>
          <p:nvSpPr>
            <p:cNvPr id="617" name="Google Shape;617;p37"/>
            <p:cNvSpPr/>
            <p:nvPr/>
          </p:nvSpPr>
          <p:spPr>
            <a:xfrm rot="-5400000">
              <a:off x="8575218" y="4670051"/>
              <a:ext cx="200700" cy="196200"/>
            </a:xfrm>
            <a:prstGeom prst="arc">
              <a:avLst>
                <a:gd name="adj1" fmla="val 16241889"/>
                <a:gd name="adj2" fmla="val 11524"/>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p:nvPr/>
          </p:nvSpPr>
          <p:spPr>
            <a:xfrm rot="-5400000" flipH="1">
              <a:off x="8575218" y="4666195"/>
              <a:ext cx="200700" cy="196200"/>
            </a:xfrm>
            <a:prstGeom prst="arc">
              <a:avLst>
                <a:gd name="adj1" fmla="val 16241889"/>
                <a:gd name="adj2" fmla="val 1597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18" name="Google Shape;618;p37"/>
            <p:cNvCxnSpPr>
              <a:stCxn id="617" idx="2"/>
              <a:endCxn id="615" idx="0"/>
            </p:cNvCxnSpPr>
            <p:nvPr/>
          </p:nvCxnSpPr>
          <p:spPr>
            <a:xfrm>
              <a:off x="8675905" y="4667801"/>
              <a:ext cx="88500" cy="0"/>
            </a:xfrm>
            <a:prstGeom prst="straightConnector1">
              <a:avLst/>
            </a:prstGeom>
            <a:noFill/>
            <a:ln w="9525" cap="flat" cmpd="sng">
              <a:solidFill>
                <a:schemeClr val="dk1"/>
              </a:solidFill>
              <a:prstDash val="solid"/>
              <a:round/>
              <a:headEnd type="none" w="med" len="med"/>
              <a:tailEnd type="none" w="med" len="med"/>
            </a:ln>
          </p:spPr>
        </p:cxnSp>
      </p:grpSp>
      <p:sp>
        <p:nvSpPr>
          <p:cNvPr id="619" name="Google Shape;619;p37"/>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70 - Titre, sous-titre, contenu, visuel à gauche et bloc conclu">
  <p:cSld name="70 - Titre, sous-titre, contenu, visuel à gauche et bloc conclu - cadre blanc_1">
    <p:spTree>
      <p:nvGrpSpPr>
        <p:cNvPr id="1" name="Shape 620"/>
        <p:cNvGrpSpPr/>
        <p:nvPr/>
      </p:nvGrpSpPr>
      <p:grpSpPr>
        <a:xfrm>
          <a:off x="0" y="0"/>
          <a:ext cx="0" cy="0"/>
          <a:chOff x="0" y="0"/>
          <a:chExt cx="0" cy="0"/>
        </a:xfrm>
      </p:grpSpPr>
      <p:grpSp>
        <p:nvGrpSpPr>
          <p:cNvPr id="621" name="Google Shape;621;p38"/>
          <p:cNvGrpSpPr/>
          <p:nvPr/>
        </p:nvGrpSpPr>
        <p:grpSpPr>
          <a:xfrm>
            <a:off x="542975" y="553850"/>
            <a:ext cx="3356100" cy="2104200"/>
            <a:chOff x="542975" y="553850"/>
            <a:chExt cx="3356100" cy="2104200"/>
          </a:xfrm>
        </p:grpSpPr>
        <p:sp>
          <p:nvSpPr>
            <p:cNvPr id="622" name="Google Shape;622;p38"/>
            <p:cNvSpPr/>
            <p:nvPr/>
          </p:nvSpPr>
          <p:spPr>
            <a:xfrm>
              <a:off x="542975" y="553850"/>
              <a:ext cx="3356100" cy="2104200"/>
            </a:xfrm>
            <a:prstGeom prst="round1Rect">
              <a:avLst>
                <a:gd name="adj" fmla="val 5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23" name="Google Shape;623;p38"/>
            <p:cNvSpPr txBox="1"/>
            <p:nvPr/>
          </p:nvSpPr>
          <p:spPr>
            <a:xfrm>
              <a:off x="1647825" y="1082600"/>
              <a:ext cx="800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4338"/>
                  </a:solidFill>
                  <a:latin typeface="Outfit"/>
                  <a:ea typeface="Outfit"/>
                  <a:cs typeface="Outfit"/>
                  <a:sym typeface="Outfit"/>
                </a:rPr>
                <a:t>ici mettre une Photo</a:t>
              </a:r>
              <a:endParaRPr>
                <a:solidFill>
                  <a:srgbClr val="FF4338"/>
                </a:solidFill>
                <a:latin typeface="Outfit"/>
                <a:ea typeface="Outfit"/>
                <a:cs typeface="Outfit"/>
                <a:sym typeface="Outfit"/>
              </a:endParaRPr>
            </a:p>
          </p:txBody>
        </p:sp>
      </p:grpSp>
      <p:sp>
        <p:nvSpPr>
          <p:cNvPr id="624" name="Google Shape;624;p38"/>
          <p:cNvSpPr txBox="1">
            <a:spLocks noGrp="1"/>
          </p:cNvSpPr>
          <p:nvPr>
            <p:ph type="title"/>
          </p:nvPr>
        </p:nvSpPr>
        <p:spPr>
          <a:xfrm>
            <a:off x="4300925" y="361400"/>
            <a:ext cx="41961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625" name="Google Shape;625;p38"/>
          <p:cNvSpPr txBox="1">
            <a:spLocks noGrp="1"/>
          </p:cNvSpPr>
          <p:nvPr>
            <p:ph type="subTitle" idx="1"/>
          </p:nvPr>
        </p:nvSpPr>
        <p:spPr>
          <a:xfrm>
            <a:off x="4300925" y="840675"/>
            <a:ext cx="4196100" cy="324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300"/>
              <a:buFont typeface="Outfit"/>
              <a:buNone/>
              <a:defRPr sz="130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accent6"/>
              </a:buClr>
              <a:buSzPts val="1200"/>
              <a:buFont typeface="Century Gothic"/>
              <a:buChar char="&gt;"/>
              <a:defRPr sz="12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chemeClr val="accent6"/>
              </a:buClr>
              <a:buSzPts val="1000"/>
              <a:buFont typeface="Century Gothic"/>
              <a:buChar char="+"/>
              <a:defRPr sz="10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chemeClr val="accent6"/>
              </a:buClr>
              <a:buSzPts val="900"/>
              <a:buFont typeface="Courier New"/>
              <a:buChar char="o"/>
              <a:defRPr sz="9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chemeClr val="accent6"/>
              </a:buClr>
              <a:buSzPts val="800"/>
              <a:buFont typeface="Century Gothic"/>
              <a:buChar char="○"/>
              <a:defRPr sz="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chemeClr val="accent6"/>
              </a:buClr>
              <a:buSzPts val="700"/>
              <a:buFont typeface="Century Gothic"/>
              <a:buChar char="○"/>
              <a:defRPr sz="7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chemeClr val="accent6"/>
              </a:buClr>
              <a:buSzPts val="600"/>
              <a:buFont typeface="Century Gothic"/>
              <a:buChar char="○"/>
              <a:defRPr sz="600" b="0" i="0" u="none" strike="noStrike" cap="none">
                <a:solidFill>
                  <a:schemeClr val="accent6"/>
                </a:solidFill>
                <a:latin typeface="Century Gothic"/>
                <a:ea typeface="Century Gothic"/>
                <a:cs typeface="Century Gothic"/>
                <a:sym typeface="Century Gothic"/>
              </a:defRPr>
            </a:lvl9pPr>
          </a:lstStyle>
          <a:p>
            <a:endParaRPr/>
          </a:p>
        </p:txBody>
      </p:sp>
      <p:sp>
        <p:nvSpPr>
          <p:cNvPr id="626" name="Google Shape;626;p38"/>
          <p:cNvSpPr txBox="1">
            <a:spLocks noGrp="1"/>
          </p:cNvSpPr>
          <p:nvPr>
            <p:ph type="body" idx="2"/>
          </p:nvPr>
        </p:nvSpPr>
        <p:spPr>
          <a:xfrm>
            <a:off x="4300776" y="1273150"/>
            <a:ext cx="4196100" cy="3596400"/>
          </a:xfrm>
          <a:prstGeom prst="rect">
            <a:avLst/>
          </a:prstGeom>
          <a:noFill/>
          <a:ln>
            <a:noFill/>
          </a:ln>
        </p:spPr>
        <p:txBody>
          <a:bodyPr spcFirstLastPara="1" wrap="square" lIns="0" tIns="180000" rIns="91425" bIns="91425" anchor="ctr" anchorCtr="0">
            <a:normAutofit/>
          </a:bodyPr>
          <a:lstStyle>
            <a:lvl1pPr marL="457200" marR="0" lvl="0" indent="-342900" algn="l" rtl="0">
              <a:lnSpc>
                <a:spcPct val="115000"/>
              </a:lnSpc>
              <a:spcBef>
                <a:spcPts val="0"/>
              </a:spcBef>
              <a:spcAft>
                <a:spcPts val="0"/>
              </a:spcAft>
              <a:buClr>
                <a:srgbClr val="00D2DD"/>
              </a:buClr>
              <a:buSzPts val="1800"/>
              <a:buFont typeface="Outfit"/>
              <a:buChar char="●"/>
              <a:defRPr sz="1200" i="0" u="none" strike="noStrike" cap="none">
                <a:solidFill>
                  <a:schemeClr val="dk1"/>
                </a:solidFill>
                <a:latin typeface="Outfit"/>
                <a:ea typeface="Outfit"/>
                <a:cs typeface="Outfit"/>
                <a:sym typeface="Outfit"/>
              </a:defRPr>
            </a:lvl1pPr>
            <a:lvl2pPr marL="914400" marR="0" lvl="1" indent="-292100" algn="l" rtl="0">
              <a:lnSpc>
                <a:spcPct val="115000"/>
              </a:lnSpc>
              <a:spcBef>
                <a:spcPts val="0"/>
              </a:spcBef>
              <a:spcAft>
                <a:spcPts val="0"/>
              </a:spcAft>
              <a:buClr>
                <a:srgbClr val="00D2DD"/>
              </a:buClr>
              <a:buSzPts val="1000"/>
              <a:buFont typeface="Outfit"/>
              <a:buChar char="○"/>
              <a:defRPr sz="1000" i="0" u="none" strike="noStrike" cap="none">
                <a:solidFill>
                  <a:schemeClr val="dk1"/>
                </a:solidFill>
                <a:latin typeface="Outfit"/>
                <a:ea typeface="Outfit"/>
                <a:cs typeface="Outfit"/>
                <a:sym typeface="Outfit"/>
              </a:defRPr>
            </a:lvl2pPr>
            <a:lvl3pPr marL="1371600" marR="0" lvl="2" indent="-279400" algn="l" rtl="0">
              <a:lnSpc>
                <a:spcPct val="115000"/>
              </a:lnSpc>
              <a:spcBef>
                <a:spcPts val="0"/>
              </a:spcBef>
              <a:spcAft>
                <a:spcPts val="0"/>
              </a:spcAft>
              <a:buClr>
                <a:schemeClr val="dk1"/>
              </a:buClr>
              <a:buSzPts val="800"/>
              <a:buFont typeface="Outfit"/>
              <a:buChar char="■"/>
              <a:defRPr sz="800" i="0" u="none" strike="noStrike" cap="none">
                <a:solidFill>
                  <a:schemeClr val="dk1"/>
                </a:solidFill>
                <a:latin typeface="Outfit"/>
                <a:ea typeface="Outfit"/>
                <a:cs typeface="Outfit"/>
                <a:sym typeface="Outfit"/>
              </a:defRPr>
            </a:lvl3pPr>
            <a:lvl4pPr marL="1828800" marR="0" lvl="3" indent="-266700" algn="l" rtl="0">
              <a:lnSpc>
                <a:spcPct val="115000"/>
              </a:lnSpc>
              <a:spcBef>
                <a:spcPts val="0"/>
              </a:spcBef>
              <a:spcAft>
                <a:spcPts val="0"/>
              </a:spcAft>
              <a:buClr>
                <a:schemeClr val="dk1"/>
              </a:buClr>
              <a:buSzPts val="600"/>
              <a:buFont typeface="Outfit"/>
              <a:buChar char="○"/>
              <a:defRPr sz="700" i="0" u="none" strike="noStrike" cap="none">
                <a:solidFill>
                  <a:schemeClr val="dk1"/>
                </a:solidFill>
                <a:latin typeface="Outfit"/>
                <a:ea typeface="Outfit"/>
                <a:cs typeface="Outfit"/>
                <a:sym typeface="Outfit"/>
              </a:defRPr>
            </a:lvl4pPr>
            <a:lvl5pPr marL="2286000" marR="0" lvl="4" indent="-260350" algn="l" rtl="0">
              <a:lnSpc>
                <a:spcPct val="115000"/>
              </a:lnSpc>
              <a:spcBef>
                <a:spcPts val="0"/>
              </a:spcBef>
              <a:spcAft>
                <a:spcPts val="0"/>
              </a:spcAft>
              <a:buClr>
                <a:schemeClr val="dk1"/>
              </a:buClr>
              <a:buSzPts val="500"/>
              <a:buFont typeface="Outfit"/>
              <a:buChar char="○"/>
              <a:defRPr sz="600" i="0" u="none" strike="noStrike" cap="none">
                <a:solidFill>
                  <a:schemeClr val="dk1"/>
                </a:solidFill>
                <a:latin typeface="Outfit"/>
                <a:ea typeface="Outfit"/>
                <a:cs typeface="Outfit"/>
                <a:sym typeface="Outfit"/>
              </a:defRPr>
            </a:lvl5pPr>
            <a:lvl6pPr marL="2743200" marR="0" lvl="5" indent="-254000" algn="l" rtl="0">
              <a:lnSpc>
                <a:spcPct val="115000"/>
              </a:lnSpc>
              <a:spcBef>
                <a:spcPts val="0"/>
              </a:spcBef>
              <a:spcAft>
                <a:spcPts val="0"/>
              </a:spcAft>
              <a:buClr>
                <a:schemeClr val="dk1"/>
              </a:buClr>
              <a:buSzPts val="400"/>
              <a:buFont typeface="Outfit"/>
              <a:buChar char="■"/>
              <a:defRPr sz="500" i="0" u="none" strike="noStrike" cap="none">
                <a:solidFill>
                  <a:schemeClr val="dk1"/>
                </a:solidFill>
                <a:latin typeface="Outfit"/>
                <a:ea typeface="Outfit"/>
                <a:cs typeface="Outfit"/>
                <a:sym typeface="Outfit"/>
              </a:defRPr>
            </a:lvl6pPr>
            <a:lvl7pPr marL="3200400" marR="0" lvl="6"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7pPr>
            <a:lvl8pPr marL="3657600" marR="0" lvl="7"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8pPr>
            <a:lvl9pPr marL="4114800" marR="0" lvl="8"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9pPr>
          </a:lstStyle>
          <a:p>
            <a:endParaRPr/>
          </a:p>
        </p:txBody>
      </p:sp>
      <p:sp>
        <p:nvSpPr>
          <p:cNvPr id="627" name="Google Shape;627;p38"/>
          <p:cNvSpPr txBox="1">
            <a:spLocks noGrp="1"/>
          </p:cNvSpPr>
          <p:nvPr>
            <p:ph type="body" idx="3"/>
          </p:nvPr>
        </p:nvSpPr>
        <p:spPr>
          <a:xfrm>
            <a:off x="876300" y="2895600"/>
            <a:ext cx="2647800" cy="15438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15000"/>
              </a:lnSpc>
              <a:spcBef>
                <a:spcPts val="0"/>
              </a:spcBef>
              <a:spcAft>
                <a:spcPts val="0"/>
              </a:spcAft>
              <a:buClr>
                <a:schemeClr val="dk1"/>
              </a:buClr>
              <a:buSzPts val="1600"/>
              <a:buFont typeface="Outfit"/>
              <a:buNone/>
              <a:defRPr sz="1600" b="1" i="0" u="none" strike="noStrike" cap="none">
                <a:solidFill>
                  <a:schemeClr val="dk1"/>
                </a:solidFill>
                <a:latin typeface="Outfit"/>
                <a:ea typeface="Outfit"/>
                <a:cs typeface="Outfit"/>
                <a:sym typeface="Outfit"/>
              </a:defRPr>
            </a:lvl1pPr>
            <a:lvl2pPr marL="914400" marR="0" lvl="1" indent="-228600" algn="l" rtl="0">
              <a:lnSpc>
                <a:spcPct val="115000"/>
              </a:lnSpc>
              <a:spcBef>
                <a:spcPts val="0"/>
              </a:spcBef>
              <a:spcAft>
                <a:spcPts val="0"/>
              </a:spcAft>
              <a:buClr>
                <a:schemeClr val="dk1"/>
              </a:buClr>
              <a:buSzPts val="1200"/>
              <a:buFont typeface="Outfit"/>
              <a:buNone/>
              <a:defRPr sz="800">
                <a:solidFill>
                  <a:schemeClr val="dk1"/>
                </a:solidFill>
                <a:latin typeface="Outfit"/>
                <a:ea typeface="Outfit"/>
                <a:cs typeface="Outfit"/>
                <a:sym typeface="Outfit"/>
              </a:defRPr>
            </a:lvl2pPr>
            <a:lvl3pPr marL="1371600" marR="0" lvl="2" indent="-228600" algn="l" rtl="0">
              <a:lnSpc>
                <a:spcPct val="115000"/>
              </a:lnSpc>
              <a:spcBef>
                <a:spcPts val="0"/>
              </a:spcBef>
              <a:spcAft>
                <a:spcPts val="0"/>
              </a:spcAft>
              <a:buClr>
                <a:schemeClr val="dk1"/>
              </a:buClr>
              <a:buSzPts val="1400"/>
              <a:buFont typeface="Outfit"/>
              <a:buNone/>
              <a:defRPr sz="600">
                <a:solidFill>
                  <a:schemeClr val="dk1"/>
                </a:solidFill>
                <a:latin typeface="Outfit"/>
                <a:ea typeface="Outfit"/>
                <a:cs typeface="Outfit"/>
                <a:sym typeface="Outfit"/>
              </a:defRPr>
            </a:lvl3pPr>
            <a:lvl4pPr marL="1828800" marR="0" lvl="3" indent="-228600" algn="l" rtl="0">
              <a:lnSpc>
                <a:spcPct val="115000"/>
              </a:lnSpc>
              <a:spcBef>
                <a:spcPts val="0"/>
              </a:spcBef>
              <a:spcAft>
                <a:spcPts val="0"/>
              </a:spcAft>
              <a:buClr>
                <a:schemeClr val="dk1"/>
              </a:buClr>
              <a:buSzPts val="1200"/>
              <a:buFont typeface="Outfit"/>
              <a:buNone/>
              <a:defRPr sz="500">
                <a:solidFill>
                  <a:schemeClr val="dk1"/>
                </a:solidFill>
                <a:latin typeface="Outfit"/>
                <a:ea typeface="Outfit"/>
                <a:cs typeface="Outfit"/>
                <a:sym typeface="Outfit"/>
              </a:defRPr>
            </a:lvl4pPr>
            <a:lvl5pPr marL="2286000" marR="0" lvl="4" indent="-228600" algn="l" rtl="0">
              <a:lnSpc>
                <a:spcPct val="115000"/>
              </a:lnSpc>
              <a:spcBef>
                <a:spcPts val="0"/>
              </a:spcBef>
              <a:spcAft>
                <a:spcPts val="0"/>
              </a:spcAft>
              <a:buClr>
                <a:schemeClr val="dk1"/>
              </a:buClr>
              <a:buSzPts val="1200"/>
              <a:buFont typeface="Outfit"/>
              <a:buNone/>
              <a:defRPr sz="400">
                <a:solidFill>
                  <a:schemeClr val="dk1"/>
                </a:solidFill>
                <a:latin typeface="Outfit"/>
                <a:ea typeface="Outfit"/>
                <a:cs typeface="Outfit"/>
                <a:sym typeface="Outfit"/>
              </a:defRPr>
            </a:lvl5pPr>
            <a:lvl6pPr marL="2743200" marR="0" lvl="5" indent="-228600" algn="l" rtl="0">
              <a:lnSpc>
                <a:spcPct val="115000"/>
              </a:lnSpc>
              <a:spcBef>
                <a:spcPts val="0"/>
              </a:spcBef>
              <a:spcAft>
                <a:spcPts val="0"/>
              </a:spcAft>
              <a:buClr>
                <a:schemeClr val="dk1"/>
              </a:buClr>
              <a:buSzPts val="1200"/>
              <a:buFont typeface="Outfit"/>
              <a:buNone/>
              <a:defRPr sz="300">
                <a:solidFill>
                  <a:schemeClr val="dk1"/>
                </a:solidFill>
                <a:latin typeface="Outfit"/>
                <a:ea typeface="Outfit"/>
                <a:cs typeface="Outfit"/>
                <a:sym typeface="Outfit"/>
              </a:defRPr>
            </a:lvl6pPr>
            <a:lvl7pPr marL="3200400" marR="0" lvl="6" indent="-228600" algn="l" rtl="0">
              <a:lnSpc>
                <a:spcPct val="115000"/>
              </a:lnSpc>
              <a:spcBef>
                <a:spcPts val="0"/>
              </a:spcBef>
              <a:spcAft>
                <a:spcPts val="0"/>
              </a:spcAft>
              <a:buClr>
                <a:schemeClr val="dk1"/>
              </a:buClr>
              <a:buSzPts val="1200"/>
              <a:buFont typeface="Outfit"/>
              <a:buNone/>
              <a:defRPr sz="200">
                <a:solidFill>
                  <a:schemeClr val="dk1"/>
                </a:solidFill>
                <a:latin typeface="Outfit"/>
                <a:ea typeface="Outfit"/>
                <a:cs typeface="Outfit"/>
                <a:sym typeface="Outfit"/>
              </a:defRPr>
            </a:lvl7pPr>
            <a:lvl8pPr marL="3657600" marR="0" lvl="7" indent="-228600" algn="l" rtl="0">
              <a:lnSpc>
                <a:spcPct val="115000"/>
              </a:lnSpc>
              <a:spcBef>
                <a:spcPts val="0"/>
              </a:spcBef>
              <a:spcAft>
                <a:spcPts val="0"/>
              </a:spcAft>
              <a:buClr>
                <a:schemeClr val="dk1"/>
              </a:buClr>
              <a:buSzPts val="1200"/>
              <a:buFont typeface="Outfit"/>
              <a:buNone/>
              <a:defRPr sz="200">
                <a:solidFill>
                  <a:schemeClr val="dk1"/>
                </a:solidFill>
                <a:latin typeface="Outfit"/>
                <a:ea typeface="Outfit"/>
                <a:cs typeface="Outfit"/>
                <a:sym typeface="Outfit"/>
              </a:defRPr>
            </a:lvl8pPr>
            <a:lvl9pPr marL="4114800" marR="0" lvl="8" indent="-228600" algn="l" rtl="0">
              <a:lnSpc>
                <a:spcPct val="115000"/>
              </a:lnSpc>
              <a:spcBef>
                <a:spcPts val="0"/>
              </a:spcBef>
              <a:spcAft>
                <a:spcPts val="0"/>
              </a:spcAft>
              <a:buClr>
                <a:schemeClr val="dk1"/>
              </a:buClr>
              <a:buSzPts val="1200"/>
              <a:buFont typeface="Outfit"/>
              <a:buNone/>
              <a:defRPr sz="200">
                <a:solidFill>
                  <a:schemeClr val="dk1"/>
                </a:solidFill>
                <a:latin typeface="Outfit"/>
                <a:ea typeface="Outfit"/>
                <a:cs typeface="Outfit"/>
                <a:sym typeface="Outfit"/>
              </a:defRPr>
            </a:lvl9pPr>
          </a:lstStyle>
          <a:p>
            <a:endParaRPr/>
          </a:p>
        </p:txBody>
      </p:sp>
      <p:sp>
        <p:nvSpPr>
          <p:cNvPr id="628" name="Google Shape;628;p38"/>
          <p:cNvSpPr/>
          <p:nvPr/>
        </p:nvSpPr>
        <p:spPr>
          <a:xfrm rot="10800000">
            <a:off x="542807" y="2658150"/>
            <a:ext cx="3356100" cy="2199600"/>
          </a:xfrm>
          <a:prstGeom prst="round1Rect">
            <a:avLst>
              <a:gd name="adj" fmla="val 50000"/>
            </a:avLst>
          </a:prstGeom>
          <a:noFill/>
          <a:ln w="19050" cap="flat" cmpd="sng">
            <a:solidFill>
              <a:schemeClr val="dk1"/>
            </a:solidFill>
            <a:prstDash val="solid"/>
            <a:round/>
            <a:headEnd type="none" w="sm" len="sm"/>
            <a:tailEnd type="none" w="sm" len="sm"/>
          </a:ln>
        </p:spPr>
        <p:txBody>
          <a:bodyPr spcFirstLastPara="1" wrap="square" lIns="468000" tIns="0" rIns="360000" bIns="0" anchor="ctr" anchorCtr="0">
            <a:noAutofit/>
          </a:bodyPr>
          <a:lstStyle/>
          <a:p>
            <a:pPr marL="0" marR="0" lvl="0" indent="0" algn="l" rtl="0">
              <a:lnSpc>
                <a:spcPct val="100000"/>
              </a:lnSpc>
              <a:spcBef>
                <a:spcPts val="0"/>
              </a:spcBef>
              <a:spcAft>
                <a:spcPts val="0"/>
              </a:spcAft>
              <a:buClr>
                <a:srgbClr val="8691AA"/>
              </a:buClr>
              <a:buSzPts val="1680"/>
              <a:buFont typeface="Century Gothic"/>
              <a:buNone/>
            </a:pPr>
            <a:endParaRPr sz="2800" b="1" i="0" u="none" strike="noStrike" cap="none">
              <a:solidFill>
                <a:srgbClr val="566589"/>
              </a:solidFill>
              <a:latin typeface="Outfit"/>
              <a:ea typeface="Outfit"/>
              <a:cs typeface="Outfit"/>
              <a:sym typeface="Outfit"/>
            </a:endParaRPr>
          </a:p>
        </p:txBody>
      </p:sp>
      <p:grpSp>
        <p:nvGrpSpPr>
          <p:cNvPr id="629" name="Google Shape;629;p38"/>
          <p:cNvGrpSpPr/>
          <p:nvPr/>
        </p:nvGrpSpPr>
        <p:grpSpPr>
          <a:xfrm>
            <a:off x="276303" y="292130"/>
            <a:ext cx="8682472" cy="4588395"/>
            <a:chOff x="276303" y="292130"/>
            <a:chExt cx="8682472" cy="4588395"/>
          </a:xfrm>
        </p:grpSpPr>
        <p:grpSp>
          <p:nvGrpSpPr>
            <p:cNvPr id="630" name="Google Shape;630;p38"/>
            <p:cNvGrpSpPr/>
            <p:nvPr/>
          </p:nvGrpSpPr>
          <p:grpSpPr>
            <a:xfrm>
              <a:off x="276303" y="292130"/>
              <a:ext cx="170063" cy="166438"/>
              <a:chOff x="6838242" y="518225"/>
              <a:chExt cx="1247708" cy="1221114"/>
            </a:xfrm>
          </p:grpSpPr>
          <p:sp>
            <p:nvSpPr>
              <p:cNvPr id="631" name="Google Shape;631;p38"/>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8"/>
              <p:cNvSpPr/>
              <p:nvPr/>
            </p:nvSpPr>
            <p:spPr>
              <a:xfrm>
                <a:off x="6838242" y="539639"/>
                <a:ext cx="1200000" cy="1199700"/>
              </a:xfrm>
              <a:prstGeom prst="donut">
                <a:avLst>
                  <a:gd name="adj" fmla="val 2091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8"/>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4" name="Google Shape;634;p38"/>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Century Gothic"/>
                <a:buNone/>
              </a:pPr>
              <a:r>
                <a:rPr lang="en" sz="800">
                  <a:solidFill>
                    <a:srgbClr val="00D2DD"/>
                  </a:solidFill>
                  <a:latin typeface="Outfit SemiBold"/>
                  <a:ea typeface="Outfit SemiBold"/>
                  <a:cs typeface="Outfit SemiBold"/>
                  <a:sym typeface="Outfit SemiBold"/>
                </a:rPr>
                <a:t>.</a:t>
              </a:r>
              <a:fld id="{00000000-1234-1234-1234-123412341234}" type="slidenum">
                <a:rPr lang="en" sz="800" i="0" u="none" strike="noStrike" cap="none">
                  <a:solidFill>
                    <a:schemeClr val="dk1"/>
                  </a:solidFill>
                  <a:latin typeface="Outfit SemiBold"/>
                  <a:ea typeface="Outfit SemiBold"/>
                  <a:cs typeface="Outfit SemiBold"/>
                  <a:sym typeface="Outfit SemiBold"/>
                </a:rPr>
                <a:t>‹#›</a:t>
              </a:fld>
              <a:endParaRPr sz="800" i="0" u="none" strike="noStrike" cap="none">
                <a:solidFill>
                  <a:schemeClr val="dk1"/>
                </a:solidFill>
                <a:latin typeface="Outfit SemiBold"/>
                <a:ea typeface="Outfit SemiBold"/>
                <a:cs typeface="Outfit SemiBold"/>
                <a:sym typeface="Outfit SemiBold"/>
              </a:endParaRPr>
            </a:p>
          </p:txBody>
        </p:sp>
        <p:cxnSp>
          <p:nvCxnSpPr>
            <p:cNvPr id="635" name="Google Shape;635;p38"/>
            <p:cNvCxnSpPr>
              <a:stCxn id="636" idx="2"/>
            </p:cNvCxnSpPr>
            <p:nvPr/>
          </p:nvCxnSpPr>
          <p:spPr>
            <a:xfrm>
              <a:off x="8676034" y="4864643"/>
              <a:ext cx="191400" cy="0"/>
            </a:xfrm>
            <a:prstGeom prst="straightConnector1">
              <a:avLst/>
            </a:prstGeom>
            <a:noFill/>
            <a:ln w="9525" cap="flat" cmpd="sng">
              <a:solidFill>
                <a:schemeClr val="dk1"/>
              </a:solidFill>
              <a:prstDash val="solid"/>
              <a:round/>
              <a:headEnd type="none" w="med" len="med"/>
              <a:tailEnd type="none" w="med" len="med"/>
            </a:ln>
          </p:spPr>
        </p:cxnSp>
        <p:sp>
          <p:nvSpPr>
            <p:cNvPr id="637" name="Google Shape;637;p38"/>
            <p:cNvSpPr/>
            <p:nvPr/>
          </p:nvSpPr>
          <p:spPr>
            <a:xfrm>
              <a:off x="8662728" y="4667715"/>
              <a:ext cx="200700" cy="196200"/>
            </a:xfrm>
            <a:prstGeom prst="arc">
              <a:avLst>
                <a:gd name="adj1" fmla="val 16241889"/>
                <a:gd name="adj2" fmla="val 16731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8" name="Google Shape;638;p38"/>
            <p:cNvCxnSpPr>
              <a:endCxn id="637" idx="2"/>
            </p:cNvCxnSpPr>
            <p:nvPr/>
          </p:nvCxnSpPr>
          <p:spPr>
            <a:xfrm rot="10800000">
              <a:off x="8863303" y="4770696"/>
              <a:ext cx="0" cy="98400"/>
            </a:xfrm>
            <a:prstGeom prst="straightConnector1">
              <a:avLst/>
            </a:prstGeom>
            <a:noFill/>
            <a:ln w="9525" cap="flat" cmpd="sng">
              <a:solidFill>
                <a:schemeClr val="dk1"/>
              </a:solidFill>
              <a:prstDash val="solid"/>
              <a:round/>
              <a:headEnd type="none" w="med" len="med"/>
              <a:tailEnd type="none" w="med" len="med"/>
            </a:ln>
          </p:spPr>
        </p:cxnSp>
        <p:sp>
          <p:nvSpPr>
            <p:cNvPr id="639" name="Google Shape;639;p38"/>
            <p:cNvSpPr/>
            <p:nvPr/>
          </p:nvSpPr>
          <p:spPr>
            <a:xfrm rot="-5400000">
              <a:off x="8575218" y="4670051"/>
              <a:ext cx="200700" cy="196200"/>
            </a:xfrm>
            <a:prstGeom prst="arc">
              <a:avLst>
                <a:gd name="adj1" fmla="val 16241889"/>
                <a:gd name="adj2" fmla="val 11524"/>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rot="-5400000" flipH="1">
              <a:off x="8575218" y="4666195"/>
              <a:ext cx="200700" cy="196200"/>
            </a:xfrm>
            <a:prstGeom prst="arc">
              <a:avLst>
                <a:gd name="adj1" fmla="val 16241889"/>
                <a:gd name="adj2" fmla="val 1597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40" name="Google Shape;640;p38"/>
            <p:cNvCxnSpPr>
              <a:stCxn id="639" idx="2"/>
              <a:endCxn id="637" idx="0"/>
            </p:cNvCxnSpPr>
            <p:nvPr/>
          </p:nvCxnSpPr>
          <p:spPr>
            <a:xfrm>
              <a:off x="8675905" y="4667801"/>
              <a:ext cx="88500" cy="0"/>
            </a:xfrm>
            <a:prstGeom prst="straightConnector1">
              <a:avLst/>
            </a:prstGeom>
            <a:noFill/>
            <a:ln w="9525" cap="flat" cmpd="sng">
              <a:solidFill>
                <a:schemeClr val="dk1"/>
              </a:solidFill>
              <a:prstDash val="solid"/>
              <a:round/>
              <a:headEnd type="none" w="med" len="med"/>
              <a:tailEnd type="none" w="med" len="med"/>
            </a:ln>
          </p:spPr>
        </p:cxnSp>
      </p:grpSp>
      <p:sp>
        <p:nvSpPr>
          <p:cNvPr id="641" name="Google Shape;641;p38"/>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63 - Titre, contenu et visuel à droite - cadre blanc 1">
  <p:cSld name="63 - Titre, contenu et visuel à droite - cadre blanc_1">
    <p:spTree>
      <p:nvGrpSpPr>
        <p:cNvPr id="1" name="Shape 642"/>
        <p:cNvGrpSpPr/>
        <p:nvPr/>
      </p:nvGrpSpPr>
      <p:grpSpPr>
        <a:xfrm>
          <a:off x="0" y="0"/>
          <a:ext cx="0" cy="0"/>
          <a:chOff x="0" y="0"/>
          <a:chExt cx="0" cy="0"/>
        </a:xfrm>
      </p:grpSpPr>
      <p:grpSp>
        <p:nvGrpSpPr>
          <p:cNvPr id="643" name="Google Shape;643;p39"/>
          <p:cNvGrpSpPr/>
          <p:nvPr/>
        </p:nvGrpSpPr>
        <p:grpSpPr>
          <a:xfrm>
            <a:off x="6270019" y="304800"/>
            <a:ext cx="2593200" cy="3705000"/>
            <a:chOff x="6270019" y="304800"/>
            <a:chExt cx="2593200" cy="3705000"/>
          </a:xfrm>
        </p:grpSpPr>
        <p:sp>
          <p:nvSpPr>
            <p:cNvPr id="644" name="Google Shape;644;p39"/>
            <p:cNvSpPr/>
            <p:nvPr/>
          </p:nvSpPr>
          <p:spPr>
            <a:xfrm>
              <a:off x="6270019" y="304800"/>
              <a:ext cx="2593200" cy="3705000"/>
            </a:xfrm>
            <a:prstGeom prst="round2DiagRect">
              <a:avLst>
                <a:gd name="adj1" fmla="val 50000"/>
                <a:gd name="adj2" fmla="val 0"/>
              </a:avLst>
            </a:prstGeom>
            <a:solidFill>
              <a:srgbClr val="9FA7BB"/>
            </a:solidFill>
            <a:ln w="9525" cap="flat" cmpd="sng">
              <a:solidFill>
                <a:srgbClr val="6E7B9A"/>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45" name="Google Shape;645;p39"/>
            <p:cNvSpPr txBox="1"/>
            <p:nvPr/>
          </p:nvSpPr>
          <p:spPr>
            <a:xfrm>
              <a:off x="7110475" y="1593700"/>
              <a:ext cx="800100" cy="1046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400"/>
                <a:buFont typeface="Outfit"/>
                <a:buNone/>
              </a:pPr>
              <a:r>
                <a:rPr lang="en" sz="1400" b="0" i="0" u="none" strike="noStrike" cap="none">
                  <a:solidFill>
                    <a:srgbClr val="FF4338"/>
                  </a:solidFill>
                  <a:latin typeface="Outfit"/>
                  <a:ea typeface="Outfit"/>
                  <a:cs typeface="Outfit"/>
                  <a:sym typeface="Outfit"/>
                </a:rPr>
                <a:t>ici mettre une Photo</a:t>
              </a:r>
              <a:endParaRPr sz="1400" b="0" i="0" u="none" strike="noStrike" cap="none">
                <a:solidFill>
                  <a:srgbClr val="FF4338"/>
                </a:solidFill>
                <a:latin typeface="Outfit"/>
                <a:ea typeface="Outfit"/>
                <a:cs typeface="Outfit"/>
                <a:sym typeface="Outfit"/>
              </a:endParaRPr>
            </a:p>
          </p:txBody>
        </p:sp>
      </p:grpSp>
      <p:grpSp>
        <p:nvGrpSpPr>
          <p:cNvPr id="646" name="Google Shape;646;p39"/>
          <p:cNvGrpSpPr/>
          <p:nvPr/>
        </p:nvGrpSpPr>
        <p:grpSpPr>
          <a:xfrm>
            <a:off x="276303" y="295049"/>
            <a:ext cx="8682472" cy="4585476"/>
            <a:chOff x="276303" y="295049"/>
            <a:chExt cx="8682472" cy="4585476"/>
          </a:xfrm>
        </p:grpSpPr>
        <p:sp>
          <p:nvSpPr>
            <p:cNvPr id="647" name="Google Shape;647;p39"/>
            <p:cNvSpPr/>
            <p:nvPr/>
          </p:nvSpPr>
          <p:spPr>
            <a:xfrm>
              <a:off x="276303" y="295049"/>
              <a:ext cx="163500" cy="1635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48" name="Google Shape;648;p39"/>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649" name="Google Shape;649;p39"/>
            <p:cNvCxnSpPr>
              <a:stCxn id="650"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651" name="Google Shape;651;p39"/>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652" name="Google Shape;652;p39"/>
            <p:cNvCxnSpPr>
              <a:endCxn id="651"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653" name="Google Shape;653;p39"/>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50" name="Google Shape;650;p39"/>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654" name="Google Shape;654;p39"/>
            <p:cNvCxnSpPr>
              <a:stCxn id="653" idx="2"/>
              <a:endCxn id="651"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grpSp>
      <p:sp>
        <p:nvSpPr>
          <p:cNvPr id="655" name="Google Shape;655;p39"/>
          <p:cNvSpPr txBox="1">
            <a:spLocks noGrp="1"/>
          </p:cNvSpPr>
          <p:nvPr>
            <p:ph type="body" idx="1"/>
          </p:nvPr>
        </p:nvSpPr>
        <p:spPr>
          <a:xfrm>
            <a:off x="562825" y="817275"/>
            <a:ext cx="5305500" cy="4052100"/>
          </a:xfrm>
          <a:prstGeom prst="rect">
            <a:avLst/>
          </a:prstGeom>
          <a:noFill/>
          <a:ln>
            <a:noFill/>
          </a:ln>
        </p:spPr>
        <p:txBody>
          <a:bodyPr spcFirstLastPara="1" wrap="square" lIns="0" tIns="180000" rIns="91425" bIns="180000" anchor="ctr" anchorCtr="0">
            <a:noAutofit/>
          </a:bodyPr>
          <a:lstStyle>
            <a:lvl1pPr marL="457200" marR="0" lvl="0" indent="-304800" algn="l" rtl="0">
              <a:lnSpc>
                <a:spcPct val="115000"/>
              </a:lnSpc>
              <a:spcBef>
                <a:spcPts val="0"/>
              </a:spcBef>
              <a:spcAft>
                <a:spcPts val="0"/>
              </a:spcAft>
              <a:buClr>
                <a:schemeClr val="accent3"/>
              </a:buClr>
              <a:buSzPts val="1200"/>
              <a:buFont typeface="Outfit"/>
              <a:buChar char="๏"/>
              <a:defRPr sz="1200" b="0" i="0" u="none" strike="noStrike" cap="none">
                <a:solidFill>
                  <a:schemeClr val="dk1"/>
                </a:solidFill>
                <a:latin typeface="Outfit"/>
                <a:ea typeface="Outfit"/>
                <a:cs typeface="Outfit"/>
                <a:sym typeface="Outfit"/>
              </a:defRPr>
            </a:lvl1pPr>
            <a:lvl2pPr marL="914400" marR="0" lvl="1" indent="-304800" algn="l" rtl="0">
              <a:lnSpc>
                <a:spcPct val="115000"/>
              </a:lnSpc>
              <a:spcBef>
                <a:spcPts val="0"/>
              </a:spcBef>
              <a:spcAft>
                <a:spcPts val="0"/>
              </a:spcAft>
              <a:buClr>
                <a:schemeClr val="accent3"/>
              </a:buClr>
              <a:buSzPts val="1200"/>
              <a:buFont typeface="Outfit"/>
              <a:buChar char="&gt;"/>
              <a:defRPr sz="1200" b="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3pPr>
            <a:lvl4pPr marL="1828800" marR="0" lvl="3"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4pPr>
            <a:lvl5pPr marL="2286000" marR="0" lvl="4"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5pPr>
            <a:lvl6pPr marL="2743200" marR="0" lvl="5"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6pPr>
            <a:lvl7pPr marL="3200400" marR="0" lvl="6"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7pPr>
            <a:lvl8pPr marL="3657600" marR="0" lvl="7" indent="-304800" algn="l" rtl="0">
              <a:lnSpc>
                <a:spcPct val="115000"/>
              </a:lnSpc>
              <a:spcBef>
                <a:spcPts val="0"/>
              </a:spcBef>
              <a:spcAft>
                <a:spcPts val="0"/>
              </a:spcAft>
              <a:buClr>
                <a:schemeClr val="dk1"/>
              </a:buClr>
              <a:buSzPts val="1200"/>
              <a:buFont typeface="Outfit"/>
              <a:buChar char="o"/>
              <a:defRPr sz="1200" b="0" i="0" u="none" strike="noStrike" cap="none">
                <a:solidFill>
                  <a:schemeClr val="dk1"/>
                </a:solidFill>
                <a:latin typeface="Outfit"/>
                <a:ea typeface="Outfit"/>
                <a:cs typeface="Outfit"/>
                <a:sym typeface="Outfit"/>
              </a:defRPr>
            </a:lvl8pPr>
            <a:lvl9pPr marL="4114800" marR="0" lvl="8" indent="-304800" algn="l" rtl="0">
              <a:lnSpc>
                <a:spcPct val="115000"/>
              </a:lnSpc>
              <a:spcBef>
                <a:spcPts val="0"/>
              </a:spcBef>
              <a:spcAft>
                <a:spcPts val="0"/>
              </a:spcAft>
              <a:buClr>
                <a:schemeClr val="dk1"/>
              </a:buClr>
              <a:buSzPts val="1200"/>
              <a:buFont typeface="Outfit"/>
              <a:buChar char="○"/>
              <a:defRPr sz="1200" b="0" i="0" u="none" strike="noStrike" cap="none">
                <a:solidFill>
                  <a:schemeClr val="dk1"/>
                </a:solidFill>
                <a:latin typeface="Outfit"/>
                <a:ea typeface="Outfit"/>
                <a:cs typeface="Outfit"/>
                <a:sym typeface="Outfit"/>
              </a:defRPr>
            </a:lvl9pPr>
          </a:lstStyle>
          <a:p>
            <a:endParaRPr/>
          </a:p>
        </p:txBody>
      </p:sp>
      <p:sp>
        <p:nvSpPr>
          <p:cNvPr id="656" name="Google Shape;656;p39"/>
          <p:cNvSpPr txBox="1">
            <a:spLocks noGrp="1"/>
          </p:cNvSpPr>
          <p:nvPr>
            <p:ph type="title"/>
          </p:nvPr>
        </p:nvSpPr>
        <p:spPr>
          <a:xfrm>
            <a:off x="562825" y="357529"/>
            <a:ext cx="5305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SzPts val="1400"/>
              <a:buNone/>
              <a:defRPr sz="1400" b="0" i="0" u="none" strike="noStrike" cap="none">
                <a:solidFill>
                  <a:srgbClr val="000000"/>
                </a:solidFill>
                <a:latin typeface="Outfit"/>
                <a:ea typeface="Outfit"/>
                <a:cs typeface="Outfit"/>
                <a:sym typeface="Outfit"/>
              </a:defRPr>
            </a:lvl9pPr>
          </a:lstStyle>
          <a:p>
            <a:endParaRPr/>
          </a:p>
        </p:txBody>
      </p:sp>
      <p:grpSp>
        <p:nvGrpSpPr>
          <p:cNvPr id="657" name="Google Shape;657;p39"/>
          <p:cNvGrpSpPr/>
          <p:nvPr/>
        </p:nvGrpSpPr>
        <p:grpSpPr>
          <a:xfrm>
            <a:off x="364209" y="292130"/>
            <a:ext cx="82155" cy="82230"/>
            <a:chOff x="7483200" y="518225"/>
            <a:chExt cx="602750" cy="603300"/>
          </a:xfrm>
        </p:grpSpPr>
        <p:sp>
          <p:nvSpPr>
            <p:cNvPr id="658" name="Google Shape;658;p39"/>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659" name="Google Shape;659;p39"/>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660" name="Google Shape;660;p39"/>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64 - Titre, sous-titre, contenu et visuel à droite">
  <p:cSld name="64 - Titre, sous-titre, contenu et visuel à droite - cadre blanc_1">
    <p:spTree>
      <p:nvGrpSpPr>
        <p:cNvPr id="1" name="Shape 661"/>
        <p:cNvGrpSpPr/>
        <p:nvPr/>
      </p:nvGrpSpPr>
      <p:grpSpPr>
        <a:xfrm>
          <a:off x="0" y="0"/>
          <a:ext cx="0" cy="0"/>
          <a:chOff x="0" y="0"/>
          <a:chExt cx="0" cy="0"/>
        </a:xfrm>
      </p:grpSpPr>
      <p:sp>
        <p:nvSpPr>
          <p:cNvPr id="662" name="Google Shape;662;p40"/>
          <p:cNvSpPr txBox="1">
            <a:spLocks noGrp="1"/>
          </p:cNvSpPr>
          <p:nvPr>
            <p:ph type="title"/>
          </p:nvPr>
        </p:nvSpPr>
        <p:spPr>
          <a:xfrm>
            <a:off x="562825" y="361400"/>
            <a:ext cx="53055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663" name="Google Shape;663;p40"/>
          <p:cNvSpPr txBox="1">
            <a:spLocks noGrp="1"/>
          </p:cNvSpPr>
          <p:nvPr>
            <p:ph type="subTitle" idx="1"/>
          </p:nvPr>
        </p:nvSpPr>
        <p:spPr>
          <a:xfrm>
            <a:off x="562825" y="840675"/>
            <a:ext cx="5305500" cy="324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300"/>
              <a:buFont typeface="Outfit"/>
              <a:buNone/>
              <a:defRPr sz="130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accent6"/>
              </a:buClr>
              <a:buSzPts val="1200"/>
              <a:buFont typeface="Century Gothic"/>
              <a:buChar char="&gt;"/>
              <a:defRPr sz="12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chemeClr val="accent6"/>
              </a:buClr>
              <a:buSzPts val="1000"/>
              <a:buFont typeface="Century Gothic"/>
              <a:buChar char="+"/>
              <a:defRPr sz="10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chemeClr val="accent6"/>
              </a:buClr>
              <a:buSzPts val="900"/>
              <a:buFont typeface="Courier New"/>
              <a:buChar char="o"/>
              <a:defRPr sz="9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chemeClr val="accent6"/>
              </a:buClr>
              <a:buSzPts val="800"/>
              <a:buFont typeface="Century Gothic"/>
              <a:buChar char="○"/>
              <a:defRPr sz="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chemeClr val="accent6"/>
              </a:buClr>
              <a:buSzPts val="700"/>
              <a:buFont typeface="Century Gothic"/>
              <a:buChar char="○"/>
              <a:defRPr sz="7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chemeClr val="accent6"/>
              </a:buClr>
              <a:buSzPts val="600"/>
              <a:buFont typeface="Century Gothic"/>
              <a:buChar char="○"/>
              <a:defRPr sz="600" b="0" i="0" u="none" strike="noStrike" cap="none">
                <a:solidFill>
                  <a:schemeClr val="accent6"/>
                </a:solidFill>
                <a:latin typeface="Century Gothic"/>
                <a:ea typeface="Century Gothic"/>
                <a:cs typeface="Century Gothic"/>
                <a:sym typeface="Century Gothic"/>
              </a:defRPr>
            </a:lvl9pPr>
          </a:lstStyle>
          <a:p>
            <a:endParaRPr/>
          </a:p>
        </p:txBody>
      </p:sp>
      <p:sp>
        <p:nvSpPr>
          <p:cNvPr id="664" name="Google Shape;664;p40"/>
          <p:cNvSpPr txBox="1">
            <a:spLocks noGrp="1"/>
          </p:cNvSpPr>
          <p:nvPr>
            <p:ph type="body" idx="2"/>
          </p:nvPr>
        </p:nvSpPr>
        <p:spPr>
          <a:xfrm>
            <a:off x="562825" y="1273150"/>
            <a:ext cx="5305500" cy="3596100"/>
          </a:xfrm>
          <a:prstGeom prst="rect">
            <a:avLst/>
          </a:prstGeom>
          <a:noFill/>
          <a:ln>
            <a:noFill/>
          </a:ln>
        </p:spPr>
        <p:txBody>
          <a:bodyPr spcFirstLastPara="1" wrap="square" lIns="0" tIns="180000" rIns="91425" bIns="91425" anchor="ctr" anchorCtr="0">
            <a:normAutofit/>
          </a:bodyPr>
          <a:lstStyle>
            <a:lvl1pPr marL="457200" marR="0" lvl="0" indent="-317500" algn="l" rtl="0">
              <a:lnSpc>
                <a:spcPct val="115000"/>
              </a:lnSpc>
              <a:spcBef>
                <a:spcPts val="0"/>
              </a:spcBef>
              <a:spcAft>
                <a:spcPts val="0"/>
              </a:spcAft>
              <a:buClr>
                <a:srgbClr val="00D2DD"/>
              </a:buClr>
              <a:buSzPts val="1400"/>
              <a:buFont typeface="Outfit"/>
              <a:buChar char="●"/>
              <a:defRPr i="0" u="none" strike="noStrike" cap="none">
                <a:solidFill>
                  <a:schemeClr val="dk1"/>
                </a:solidFill>
                <a:latin typeface="Outfit"/>
                <a:ea typeface="Outfit"/>
                <a:cs typeface="Outfit"/>
                <a:sym typeface="Outfit"/>
              </a:defRPr>
            </a:lvl1pPr>
            <a:lvl2pPr marL="914400" marR="0" lvl="1" indent="-317500" algn="l" rtl="0">
              <a:lnSpc>
                <a:spcPct val="115000"/>
              </a:lnSpc>
              <a:spcBef>
                <a:spcPts val="0"/>
              </a:spcBef>
              <a:spcAft>
                <a:spcPts val="0"/>
              </a:spcAft>
              <a:buClr>
                <a:srgbClr val="00D2DD"/>
              </a:buClr>
              <a:buSzPts val="1400"/>
              <a:buFont typeface="Outfit"/>
              <a:buChar char="○"/>
              <a:defRPr i="0" u="none" strike="noStrike" cap="none">
                <a:solidFill>
                  <a:schemeClr val="dk1"/>
                </a:solidFill>
                <a:latin typeface="Outfit"/>
                <a:ea typeface="Outfit"/>
                <a:cs typeface="Outfit"/>
                <a:sym typeface="Outfit"/>
              </a:defRPr>
            </a:lvl2pPr>
            <a:lvl3pPr marL="1371600" marR="0" lvl="2" indent="-279400" algn="l" rtl="0">
              <a:lnSpc>
                <a:spcPct val="115000"/>
              </a:lnSpc>
              <a:spcBef>
                <a:spcPts val="0"/>
              </a:spcBef>
              <a:spcAft>
                <a:spcPts val="0"/>
              </a:spcAft>
              <a:buClr>
                <a:schemeClr val="dk1"/>
              </a:buClr>
              <a:buSzPts val="800"/>
              <a:buFont typeface="Outfit"/>
              <a:buChar char="■"/>
              <a:defRPr i="0" u="none" strike="noStrike" cap="none">
                <a:solidFill>
                  <a:schemeClr val="dk1"/>
                </a:solidFill>
                <a:latin typeface="Outfit"/>
                <a:ea typeface="Outfit"/>
                <a:cs typeface="Outfit"/>
                <a:sym typeface="Outfit"/>
              </a:defRPr>
            </a:lvl3pPr>
            <a:lvl4pPr marL="1828800" marR="0" lvl="3" indent="-317500" algn="l" rtl="0">
              <a:lnSpc>
                <a:spcPct val="115000"/>
              </a:lnSpc>
              <a:spcBef>
                <a:spcPts val="0"/>
              </a:spcBef>
              <a:spcAft>
                <a:spcPts val="0"/>
              </a:spcAft>
              <a:buClr>
                <a:schemeClr val="dk1"/>
              </a:buClr>
              <a:buSzPts val="1400"/>
              <a:buFont typeface="Outfit"/>
              <a:buChar char="○"/>
              <a:defRPr i="0" u="none" strike="noStrike" cap="none">
                <a:solidFill>
                  <a:schemeClr val="dk1"/>
                </a:solidFill>
                <a:latin typeface="Outfit"/>
                <a:ea typeface="Outfit"/>
                <a:cs typeface="Outfit"/>
                <a:sym typeface="Outfit"/>
              </a:defRPr>
            </a:lvl4pPr>
            <a:lvl5pPr marL="2286000" marR="0" lvl="4" indent="-317500" algn="l" rtl="0">
              <a:lnSpc>
                <a:spcPct val="115000"/>
              </a:lnSpc>
              <a:spcBef>
                <a:spcPts val="0"/>
              </a:spcBef>
              <a:spcAft>
                <a:spcPts val="0"/>
              </a:spcAft>
              <a:buClr>
                <a:schemeClr val="dk1"/>
              </a:buClr>
              <a:buSzPts val="1400"/>
              <a:buFont typeface="Outfit"/>
              <a:buChar char="○"/>
              <a:defRPr i="0" u="none" strike="noStrike" cap="none">
                <a:solidFill>
                  <a:schemeClr val="dk1"/>
                </a:solidFill>
                <a:latin typeface="Outfit"/>
                <a:ea typeface="Outfit"/>
                <a:cs typeface="Outfit"/>
                <a:sym typeface="Outfit"/>
              </a:defRPr>
            </a:lvl5pPr>
            <a:lvl6pPr marL="2743200" marR="0" lvl="5" indent="-254000" algn="l" rtl="0">
              <a:lnSpc>
                <a:spcPct val="115000"/>
              </a:lnSpc>
              <a:spcBef>
                <a:spcPts val="0"/>
              </a:spcBef>
              <a:spcAft>
                <a:spcPts val="0"/>
              </a:spcAft>
              <a:buClr>
                <a:schemeClr val="dk1"/>
              </a:buClr>
              <a:buSzPts val="400"/>
              <a:buFont typeface="Outfit"/>
              <a:buChar char="■"/>
              <a:defRPr i="0" u="none" strike="noStrike" cap="none">
                <a:solidFill>
                  <a:schemeClr val="dk1"/>
                </a:solidFill>
                <a:latin typeface="Outfit"/>
                <a:ea typeface="Outfit"/>
                <a:cs typeface="Outfit"/>
                <a:sym typeface="Outfit"/>
              </a:defRPr>
            </a:lvl6pPr>
            <a:lvl7pPr marL="3200400" marR="0" lvl="6" indent="-317500" algn="l" rtl="0">
              <a:lnSpc>
                <a:spcPct val="115000"/>
              </a:lnSpc>
              <a:spcBef>
                <a:spcPts val="0"/>
              </a:spcBef>
              <a:spcAft>
                <a:spcPts val="0"/>
              </a:spcAft>
              <a:buClr>
                <a:schemeClr val="dk1"/>
              </a:buClr>
              <a:buSzPts val="1400"/>
              <a:buFont typeface="Outfit"/>
              <a:buChar char="●"/>
              <a:defRPr i="0" u="none" strike="noStrike" cap="none">
                <a:solidFill>
                  <a:schemeClr val="dk1"/>
                </a:solidFill>
                <a:latin typeface="Outfit"/>
                <a:ea typeface="Outfit"/>
                <a:cs typeface="Outfit"/>
                <a:sym typeface="Outfit"/>
              </a:defRPr>
            </a:lvl7pPr>
            <a:lvl8pPr marL="3657600" marR="0" lvl="7" indent="-247650" algn="l" rtl="0">
              <a:lnSpc>
                <a:spcPct val="115000"/>
              </a:lnSpc>
              <a:spcBef>
                <a:spcPts val="0"/>
              </a:spcBef>
              <a:spcAft>
                <a:spcPts val="0"/>
              </a:spcAft>
              <a:buClr>
                <a:schemeClr val="dk1"/>
              </a:buClr>
              <a:buSzPts val="300"/>
              <a:buFont typeface="Outfit"/>
              <a:buChar char="○"/>
              <a:defRPr i="0" u="none" strike="noStrike" cap="none">
                <a:solidFill>
                  <a:schemeClr val="dk1"/>
                </a:solidFill>
                <a:latin typeface="Outfit"/>
                <a:ea typeface="Outfit"/>
                <a:cs typeface="Outfit"/>
                <a:sym typeface="Outfit"/>
              </a:defRPr>
            </a:lvl8pPr>
            <a:lvl9pPr marL="4114800" marR="0" lvl="8" indent="-247650" algn="l" rtl="0">
              <a:lnSpc>
                <a:spcPct val="115000"/>
              </a:lnSpc>
              <a:spcBef>
                <a:spcPts val="0"/>
              </a:spcBef>
              <a:spcAft>
                <a:spcPts val="0"/>
              </a:spcAft>
              <a:buClr>
                <a:schemeClr val="dk1"/>
              </a:buClr>
              <a:buSzPts val="300"/>
              <a:buFont typeface="Outfit"/>
              <a:buChar char="■"/>
              <a:defRPr i="0" u="none" strike="noStrike" cap="none">
                <a:solidFill>
                  <a:schemeClr val="dk1"/>
                </a:solidFill>
                <a:latin typeface="Outfit"/>
                <a:ea typeface="Outfit"/>
                <a:cs typeface="Outfit"/>
                <a:sym typeface="Outfit"/>
              </a:defRPr>
            </a:lvl9pPr>
          </a:lstStyle>
          <a:p>
            <a:endParaRPr/>
          </a:p>
        </p:txBody>
      </p:sp>
      <p:grpSp>
        <p:nvGrpSpPr>
          <p:cNvPr id="665" name="Google Shape;665;p40"/>
          <p:cNvGrpSpPr/>
          <p:nvPr/>
        </p:nvGrpSpPr>
        <p:grpSpPr>
          <a:xfrm>
            <a:off x="6270019" y="304800"/>
            <a:ext cx="2593200" cy="3705000"/>
            <a:chOff x="6270019" y="304800"/>
            <a:chExt cx="2593200" cy="3705000"/>
          </a:xfrm>
        </p:grpSpPr>
        <p:sp>
          <p:nvSpPr>
            <p:cNvPr id="666" name="Google Shape;666;p40"/>
            <p:cNvSpPr/>
            <p:nvPr/>
          </p:nvSpPr>
          <p:spPr>
            <a:xfrm>
              <a:off x="6270019" y="304800"/>
              <a:ext cx="2593200" cy="3705000"/>
            </a:xfrm>
            <a:prstGeom prst="round2DiagRect">
              <a:avLst>
                <a:gd name="adj1" fmla="val 50000"/>
                <a:gd name="adj2" fmla="val 0"/>
              </a:avLst>
            </a:prstGeom>
            <a:solidFill>
              <a:schemeClr val="accent2"/>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67" name="Google Shape;667;p40"/>
            <p:cNvSpPr txBox="1"/>
            <p:nvPr/>
          </p:nvSpPr>
          <p:spPr>
            <a:xfrm>
              <a:off x="7110475" y="1593700"/>
              <a:ext cx="800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4338"/>
                  </a:solidFill>
                  <a:latin typeface="Outfit"/>
                  <a:ea typeface="Outfit"/>
                  <a:cs typeface="Outfit"/>
                  <a:sym typeface="Outfit"/>
                </a:rPr>
                <a:t>ici mettre une Photo</a:t>
              </a:r>
              <a:endParaRPr>
                <a:solidFill>
                  <a:srgbClr val="FF4338"/>
                </a:solidFill>
                <a:latin typeface="Outfit"/>
                <a:ea typeface="Outfit"/>
                <a:cs typeface="Outfit"/>
                <a:sym typeface="Outfit"/>
              </a:endParaRPr>
            </a:p>
          </p:txBody>
        </p:sp>
      </p:grpSp>
      <p:grpSp>
        <p:nvGrpSpPr>
          <p:cNvPr id="668" name="Google Shape;668;p40"/>
          <p:cNvGrpSpPr/>
          <p:nvPr/>
        </p:nvGrpSpPr>
        <p:grpSpPr>
          <a:xfrm>
            <a:off x="276303" y="292130"/>
            <a:ext cx="8682472" cy="4588395"/>
            <a:chOff x="276303" y="292130"/>
            <a:chExt cx="8682472" cy="4588395"/>
          </a:xfrm>
        </p:grpSpPr>
        <p:cxnSp>
          <p:nvCxnSpPr>
            <p:cNvPr id="669" name="Google Shape;669;p40"/>
            <p:cNvCxnSpPr>
              <a:stCxn id="670" idx="2"/>
              <a:endCxn id="671" idx="0"/>
            </p:cNvCxnSpPr>
            <p:nvPr/>
          </p:nvCxnSpPr>
          <p:spPr>
            <a:xfrm>
              <a:off x="8675905" y="4667801"/>
              <a:ext cx="88500" cy="0"/>
            </a:xfrm>
            <a:prstGeom prst="straightConnector1">
              <a:avLst/>
            </a:prstGeom>
            <a:noFill/>
            <a:ln w="9525" cap="flat" cmpd="sng">
              <a:solidFill>
                <a:schemeClr val="dk1"/>
              </a:solidFill>
              <a:prstDash val="solid"/>
              <a:round/>
              <a:headEnd type="none" w="med" len="med"/>
              <a:tailEnd type="none" w="med" len="med"/>
            </a:ln>
          </p:spPr>
        </p:cxnSp>
        <p:grpSp>
          <p:nvGrpSpPr>
            <p:cNvPr id="672" name="Google Shape;672;p40"/>
            <p:cNvGrpSpPr/>
            <p:nvPr/>
          </p:nvGrpSpPr>
          <p:grpSpPr>
            <a:xfrm>
              <a:off x="276303" y="292130"/>
              <a:ext cx="8682472" cy="4588395"/>
              <a:chOff x="276303" y="292130"/>
              <a:chExt cx="8682472" cy="4588395"/>
            </a:xfrm>
          </p:grpSpPr>
          <p:grpSp>
            <p:nvGrpSpPr>
              <p:cNvPr id="673" name="Google Shape;673;p40"/>
              <p:cNvGrpSpPr/>
              <p:nvPr/>
            </p:nvGrpSpPr>
            <p:grpSpPr>
              <a:xfrm>
                <a:off x="276303" y="292130"/>
                <a:ext cx="170063" cy="166438"/>
                <a:chOff x="6838242" y="518225"/>
                <a:chExt cx="1247708" cy="1221114"/>
              </a:xfrm>
            </p:grpSpPr>
            <p:sp>
              <p:nvSpPr>
                <p:cNvPr id="674" name="Google Shape;674;p40"/>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40"/>
                <p:cNvSpPr/>
                <p:nvPr/>
              </p:nvSpPr>
              <p:spPr>
                <a:xfrm>
                  <a:off x="6838242" y="539639"/>
                  <a:ext cx="1200000" cy="1199700"/>
                </a:xfrm>
                <a:prstGeom prst="donut">
                  <a:avLst>
                    <a:gd name="adj" fmla="val 2091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0"/>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77" name="Google Shape;677;p40"/>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Century Gothic"/>
                  <a:buNone/>
                </a:pPr>
                <a:r>
                  <a:rPr lang="en" sz="800">
                    <a:solidFill>
                      <a:srgbClr val="00D2DD"/>
                    </a:solidFill>
                    <a:latin typeface="Outfit SemiBold"/>
                    <a:ea typeface="Outfit SemiBold"/>
                    <a:cs typeface="Outfit SemiBold"/>
                    <a:sym typeface="Outfit SemiBold"/>
                  </a:rPr>
                  <a:t>.</a:t>
                </a:r>
                <a:fld id="{00000000-1234-1234-1234-123412341234}" type="slidenum">
                  <a:rPr lang="en" sz="800" i="0" u="none" strike="noStrike" cap="none">
                    <a:solidFill>
                      <a:schemeClr val="dk1"/>
                    </a:solidFill>
                    <a:latin typeface="Outfit SemiBold"/>
                    <a:ea typeface="Outfit SemiBold"/>
                    <a:cs typeface="Outfit SemiBold"/>
                    <a:sym typeface="Outfit SemiBold"/>
                  </a:rPr>
                  <a:t>‹#›</a:t>
                </a:fld>
                <a:endParaRPr sz="800" i="0" u="none" strike="noStrike" cap="none">
                  <a:solidFill>
                    <a:schemeClr val="dk1"/>
                  </a:solidFill>
                  <a:latin typeface="Outfit SemiBold"/>
                  <a:ea typeface="Outfit SemiBold"/>
                  <a:cs typeface="Outfit SemiBold"/>
                  <a:sym typeface="Outfit SemiBold"/>
                </a:endParaRPr>
              </a:p>
            </p:txBody>
          </p:sp>
          <p:cxnSp>
            <p:nvCxnSpPr>
              <p:cNvPr id="678" name="Google Shape;678;p40"/>
              <p:cNvCxnSpPr>
                <a:stCxn id="679" idx="2"/>
              </p:cNvCxnSpPr>
              <p:nvPr/>
            </p:nvCxnSpPr>
            <p:spPr>
              <a:xfrm>
                <a:off x="8676034" y="4864643"/>
                <a:ext cx="191400" cy="0"/>
              </a:xfrm>
              <a:prstGeom prst="straightConnector1">
                <a:avLst/>
              </a:prstGeom>
              <a:noFill/>
              <a:ln w="9525" cap="flat" cmpd="sng">
                <a:solidFill>
                  <a:schemeClr val="dk1"/>
                </a:solidFill>
                <a:prstDash val="solid"/>
                <a:round/>
                <a:headEnd type="none" w="med" len="med"/>
                <a:tailEnd type="none" w="med" len="med"/>
              </a:ln>
            </p:spPr>
          </p:cxnSp>
          <p:sp>
            <p:nvSpPr>
              <p:cNvPr id="671" name="Google Shape;671;p40"/>
              <p:cNvSpPr/>
              <p:nvPr/>
            </p:nvSpPr>
            <p:spPr>
              <a:xfrm>
                <a:off x="8662728" y="4667715"/>
                <a:ext cx="200700" cy="196200"/>
              </a:xfrm>
              <a:prstGeom prst="arc">
                <a:avLst>
                  <a:gd name="adj1" fmla="val 16241889"/>
                  <a:gd name="adj2" fmla="val 16731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80" name="Google Shape;680;p40"/>
              <p:cNvCxnSpPr>
                <a:endCxn id="671" idx="2"/>
              </p:cNvCxnSpPr>
              <p:nvPr/>
            </p:nvCxnSpPr>
            <p:spPr>
              <a:xfrm rot="10800000">
                <a:off x="8863303" y="4770696"/>
                <a:ext cx="0" cy="98400"/>
              </a:xfrm>
              <a:prstGeom prst="straightConnector1">
                <a:avLst/>
              </a:prstGeom>
              <a:noFill/>
              <a:ln w="9525" cap="flat" cmpd="sng">
                <a:solidFill>
                  <a:schemeClr val="dk1"/>
                </a:solidFill>
                <a:prstDash val="solid"/>
                <a:round/>
                <a:headEnd type="none" w="med" len="med"/>
                <a:tailEnd type="none" w="med" len="med"/>
              </a:ln>
            </p:spPr>
          </p:cxnSp>
          <p:sp>
            <p:nvSpPr>
              <p:cNvPr id="670" name="Google Shape;670;p40"/>
              <p:cNvSpPr/>
              <p:nvPr/>
            </p:nvSpPr>
            <p:spPr>
              <a:xfrm rot="-5400000">
                <a:off x="8575218" y="4670051"/>
                <a:ext cx="200700" cy="196200"/>
              </a:xfrm>
              <a:prstGeom prst="arc">
                <a:avLst>
                  <a:gd name="adj1" fmla="val 16241889"/>
                  <a:gd name="adj2" fmla="val 11524"/>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rot="-5400000" flipH="1">
                <a:off x="8575218" y="4666195"/>
                <a:ext cx="200700" cy="196200"/>
              </a:xfrm>
              <a:prstGeom prst="arc">
                <a:avLst>
                  <a:gd name="adj1" fmla="val 16241889"/>
                  <a:gd name="adj2" fmla="val 1597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81" name="Google Shape;681;p40"/>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7 - Mise en page personnalisée [1] ">
  <p:cSld name="CUSTOM">
    <p:spTree>
      <p:nvGrpSpPr>
        <p:cNvPr id="1" name="Shape 682"/>
        <p:cNvGrpSpPr/>
        <p:nvPr/>
      </p:nvGrpSpPr>
      <p:grpSpPr>
        <a:xfrm>
          <a:off x="0" y="0"/>
          <a:ext cx="0" cy="0"/>
          <a:chOff x="0" y="0"/>
          <a:chExt cx="0" cy="0"/>
        </a:xfrm>
      </p:grpSpPr>
      <p:sp>
        <p:nvSpPr>
          <p:cNvPr id="683" name="Google Shape;683;p41"/>
          <p:cNvSpPr txBox="1">
            <a:spLocks noGrp="1"/>
          </p:cNvSpPr>
          <p:nvPr>
            <p:ph type="title"/>
          </p:nvPr>
        </p:nvSpPr>
        <p:spPr>
          <a:xfrm>
            <a:off x="562825" y="361400"/>
            <a:ext cx="46569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684" name="Google Shape;684;p41"/>
          <p:cNvSpPr txBox="1">
            <a:spLocks noGrp="1"/>
          </p:cNvSpPr>
          <p:nvPr>
            <p:ph type="body" idx="1"/>
          </p:nvPr>
        </p:nvSpPr>
        <p:spPr>
          <a:xfrm>
            <a:off x="562825" y="956650"/>
            <a:ext cx="4656900" cy="3912600"/>
          </a:xfrm>
          <a:prstGeom prst="rect">
            <a:avLst/>
          </a:prstGeom>
          <a:noFill/>
          <a:ln>
            <a:noFill/>
          </a:ln>
        </p:spPr>
        <p:txBody>
          <a:bodyPr spcFirstLastPara="1" wrap="square" lIns="0" tIns="180000" rIns="91425" bIns="91425" anchor="ctr" anchorCtr="0">
            <a:normAutofit/>
          </a:bodyPr>
          <a:lstStyle>
            <a:lvl1pPr marL="457200" marR="0" lvl="0" indent="-342900" algn="l" rtl="0">
              <a:lnSpc>
                <a:spcPct val="115000"/>
              </a:lnSpc>
              <a:spcBef>
                <a:spcPts val="0"/>
              </a:spcBef>
              <a:spcAft>
                <a:spcPts val="0"/>
              </a:spcAft>
              <a:buClr>
                <a:srgbClr val="00D2DD"/>
              </a:buClr>
              <a:buSzPts val="1800"/>
              <a:buFont typeface="Outfit"/>
              <a:buChar char="●"/>
              <a:defRPr sz="1200" i="0" u="none" strike="noStrike" cap="none">
                <a:solidFill>
                  <a:schemeClr val="dk1"/>
                </a:solidFill>
                <a:latin typeface="Outfit"/>
                <a:ea typeface="Outfit"/>
                <a:cs typeface="Outfit"/>
                <a:sym typeface="Outfit"/>
              </a:defRPr>
            </a:lvl1pPr>
            <a:lvl2pPr marL="914400" marR="0" lvl="1" indent="-292100" algn="l" rtl="0">
              <a:lnSpc>
                <a:spcPct val="115000"/>
              </a:lnSpc>
              <a:spcBef>
                <a:spcPts val="0"/>
              </a:spcBef>
              <a:spcAft>
                <a:spcPts val="0"/>
              </a:spcAft>
              <a:buClr>
                <a:srgbClr val="00D2DD"/>
              </a:buClr>
              <a:buSzPts val="1000"/>
              <a:buFont typeface="Outfit"/>
              <a:buChar char="◎"/>
              <a:defRPr sz="100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800" i="0" u="none" strike="noStrike" cap="none">
                <a:solidFill>
                  <a:schemeClr val="dk1"/>
                </a:solidFill>
                <a:latin typeface="Outfit"/>
                <a:ea typeface="Outfit"/>
                <a:cs typeface="Outfit"/>
                <a:sym typeface="Outfit"/>
              </a:defRPr>
            </a:lvl3pPr>
            <a:lvl4pPr marL="1828800" marR="0" lvl="3" indent="-266700" algn="l" rtl="0">
              <a:lnSpc>
                <a:spcPct val="115000"/>
              </a:lnSpc>
              <a:spcBef>
                <a:spcPts val="0"/>
              </a:spcBef>
              <a:spcAft>
                <a:spcPts val="0"/>
              </a:spcAft>
              <a:buClr>
                <a:schemeClr val="dk1"/>
              </a:buClr>
              <a:buSzPts val="600"/>
              <a:buFont typeface="Outfit"/>
              <a:buChar char="●"/>
              <a:defRPr sz="700" i="0" u="none" strike="noStrike" cap="none">
                <a:solidFill>
                  <a:schemeClr val="dk1"/>
                </a:solidFill>
                <a:latin typeface="Outfit"/>
                <a:ea typeface="Outfit"/>
                <a:cs typeface="Outfit"/>
                <a:sym typeface="Outfit"/>
              </a:defRPr>
            </a:lvl4pPr>
            <a:lvl5pPr marL="2286000" marR="0" lvl="4" indent="-260350" algn="l" rtl="0">
              <a:lnSpc>
                <a:spcPct val="115000"/>
              </a:lnSpc>
              <a:spcBef>
                <a:spcPts val="0"/>
              </a:spcBef>
              <a:spcAft>
                <a:spcPts val="0"/>
              </a:spcAft>
              <a:buClr>
                <a:schemeClr val="dk1"/>
              </a:buClr>
              <a:buSzPts val="500"/>
              <a:buFont typeface="Outfit"/>
              <a:buChar char="○"/>
              <a:defRPr sz="600" i="0" u="none" strike="noStrike" cap="none">
                <a:solidFill>
                  <a:schemeClr val="dk1"/>
                </a:solidFill>
                <a:latin typeface="Outfit"/>
                <a:ea typeface="Outfit"/>
                <a:cs typeface="Outfit"/>
                <a:sym typeface="Outfit"/>
              </a:defRPr>
            </a:lvl5pPr>
            <a:lvl6pPr marL="2743200" marR="0" lvl="5" indent="-279400" algn="l" rtl="0">
              <a:lnSpc>
                <a:spcPct val="115000"/>
              </a:lnSpc>
              <a:spcBef>
                <a:spcPts val="0"/>
              </a:spcBef>
              <a:spcAft>
                <a:spcPts val="0"/>
              </a:spcAft>
              <a:buClr>
                <a:schemeClr val="dk1"/>
              </a:buClr>
              <a:buSzPts val="800"/>
              <a:buFont typeface="Outfit"/>
              <a:buChar char="▴"/>
              <a:defRPr sz="500" i="0" u="none" strike="noStrike" cap="none">
                <a:solidFill>
                  <a:schemeClr val="dk1"/>
                </a:solidFill>
                <a:latin typeface="Outfit"/>
                <a:ea typeface="Outfit"/>
                <a:cs typeface="Outfit"/>
                <a:sym typeface="Outfit"/>
              </a:defRPr>
            </a:lvl6pPr>
            <a:lvl7pPr marL="3200400" marR="0" lvl="6"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7pPr>
            <a:lvl8pPr marL="3657600" marR="0" lvl="7" indent="-254000" algn="l" rtl="0">
              <a:lnSpc>
                <a:spcPct val="115000"/>
              </a:lnSpc>
              <a:spcBef>
                <a:spcPts val="0"/>
              </a:spcBef>
              <a:spcAft>
                <a:spcPts val="0"/>
              </a:spcAft>
              <a:buClr>
                <a:schemeClr val="dk1"/>
              </a:buClr>
              <a:buSzPts val="400"/>
              <a:buFont typeface="Outfit"/>
              <a:buChar char="○"/>
              <a:defRPr sz="400" i="0" u="none" strike="noStrike" cap="none">
                <a:solidFill>
                  <a:schemeClr val="dk1"/>
                </a:solidFill>
                <a:latin typeface="Outfit"/>
                <a:ea typeface="Outfit"/>
                <a:cs typeface="Outfit"/>
                <a:sym typeface="Outfit"/>
              </a:defRPr>
            </a:lvl8pPr>
            <a:lvl9pPr marL="4114800" marR="0" lvl="8" indent="-254000" algn="l" rtl="0">
              <a:lnSpc>
                <a:spcPct val="115000"/>
              </a:lnSpc>
              <a:spcBef>
                <a:spcPts val="0"/>
              </a:spcBef>
              <a:spcAft>
                <a:spcPts val="0"/>
              </a:spcAft>
              <a:buClr>
                <a:schemeClr val="dk1"/>
              </a:buClr>
              <a:buSzPts val="400"/>
              <a:buFont typeface="Outfit"/>
              <a:buChar char="○"/>
              <a:defRPr sz="400" i="0" u="none" strike="noStrike" cap="none">
                <a:solidFill>
                  <a:schemeClr val="dk1"/>
                </a:solidFill>
                <a:latin typeface="Outfit"/>
                <a:ea typeface="Outfit"/>
                <a:cs typeface="Outfit"/>
                <a:sym typeface="Outfit"/>
              </a:defRPr>
            </a:lvl9pPr>
          </a:lstStyle>
          <a:p>
            <a:endParaRPr/>
          </a:p>
        </p:txBody>
      </p:sp>
      <p:sp>
        <p:nvSpPr>
          <p:cNvPr id="685" name="Google Shape;685;p41"/>
          <p:cNvSpPr txBox="1">
            <a:spLocks noGrp="1"/>
          </p:cNvSpPr>
          <p:nvPr>
            <p:ph type="body" idx="2"/>
          </p:nvPr>
        </p:nvSpPr>
        <p:spPr>
          <a:xfrm>
            <a:off x="5943600" y="876300"/>
            <a:ext cx="1647900" cy="18789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00000"/>
              </a:lnSpc>
              <a:spcBef>
                <a:spcPts val="0"/>
              </a:spcBef>
              <a:spcAft>
                <a:spcPts val="0"/>
              </a:spcAft>
              <a:buClr>
                <a:schemeClr val="dk1"/>
              </a:buClr>
              <a:buSzPts val="1600"/>
              <a:buFont typeface="Outfit SemiBold"/>
              <a:buNone/>
              <a:defRPr sz="1600" i="0" u="none" strike="noStrike" cap="none">
                <a:solidFill>
                  <a:schemeClr val="dk1"/>
                </a:solidFill>
                <a:latin typeface="Outfit SemiBold"/>
                <a:ea typeface="Outfit SemiBold"/>
                <a:cs typeface="Outfit SemiBold"/>
                <a:sym typeface="Outfit SemiBold"/>
              </a:defRPr>
            </a:lvl1pPr>
            <a:lvl2pPr marL="914400" marR="0" lvl="1"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2pPr>
            <a:lvl3pPr marL="1371600" marR="0" lvl="2"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3pPr>
            <a:lvl4pPr marL="1828800" marR="0" lvl="3"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4pPr>
            <a:lvl5pPr marL="2286000" marR="0" lvl="4"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5pPr>
            <a:lvl6pPr marL="2743200" marR="0" lvl="5"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6pPr>
            <a:lvl7pPr marL="3200400" marR="0" lvl="6"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7pPr>
            <a:lvl8pPr marL="3657600" marR="0" lvl="7"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8pPr>
            <a:lvl9pPr marL="4114800" marR="0" lvl="8"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9pPr>
          </a:lstStyle>
          <a:p>
            <a:endParaRPr/>
          </a:p>
        </p:txBody>
      </p:sp>
      <p:grpSp>
        <p:nvGrpSpPr>
          <p:cNvPr id="686" name="Google Shape;686;p41"/>
          <p:cNvGrpSpPr/>
          <p:nvPr/>
        </p:nvGrpSpPr>
        <p:grpSpPr>
          <a:xfrm>
            <a:off x="6830775" y="2827650"/>
            <a:ext cx="2037000" cy="2037000"/>
            <a:chOff x="6830775" y="2827650"/>
            <a:chExt cx="2037000" cy="2037000"/>
          </a:xfrm>
        </p:grpSpPr>
        <p:sp>
          <p:nvSpPr>
            <p:cNvPr id="687" name="Google Shape;687;p41"/>
            <p:cNvSpPr/>
            <p:nvPr/>
          </p:nvSpPr>
          <p:spPr>
            <a:xfrm rot="10800000">
              <a:off x="6830775" y="2827650"/>
              <a:ext cx="2037000" cy="2037000"/>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88" name="Google Shape;688;p41"/>
            <p:cNvSpPr txBox="1"/>
            <p:nvPr/>
          </p:nvSpPr>
          <p:spPr>
            <a:xfrm>
              <a:off x="7871538" y="3068450"/>
              <a:ext cx="800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4338"/>
                  </a:solidFill>
                </a:rPr>
                <a:t>ici mettre une Photo</a:t>
              </a:r>
              <a:endParaRPr>
                <a:solidFill>
                  <a:srgbClr val="FF4338"/>
                </a:solidFill>
              </a:endParaRPr>
            </a:p>
          </p:txBody>
        </p:sp>
      </p:grpSp>
      <p:sp>
        <p:nvSpPr>
          <p:cNvPr id="689" name="Google Shape;689;p41"/>
          <p:cNvSpPr/>
          <p:nvPr/>
        </p:nvSpPr>
        <p:spPr>
          <a:xfrm>
            <a:off x="5621550" y="292125"/>
            <a:ext cx="2324700" cy="3169800"/>
          </a:xfrm>
          <a:prstGeom prst="round2Diag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690" name="Google Shape;690;p41"/>
          <p:cNvGrpSpPr/>
          <p:nvPr/>
        </p:nvGrpSpPr>
        <p:grpSpPr>
          <a:xfrm>
            <a:off x="5621553" y="3667487"/>
            <a:ext cx="512493" cy="357328"/>
            <a:chOff x="1014425" y="1076189"/>
            <a:chExt cx="1147800" cy="800286"/>
          </a:xfrm>
        </p:grpSpPr>
        <p:grpSp>
          <p:nvGrpSpPr>
            <p:cNvPr id="691" name="Google Shape;691;p41"/>
            <p:cNvGrpSpPr/>
            <p:nvPr/>
          </p:nvGrpSpPr>
          <p:grpSpPr>
            <a:xfrm>
              <a:off x="1014425" y="1076189"/>
              <a:ext cx="538200" cy="800286"/>
              <a:chOff x="1014425" y="1076189"/>
              <a:chExt cx="538200" cy="800286"/>
            </a:xfrm>
          </p:grpSpPr>
          <p:sp>
            <p:nvSpPr>
              <p:cNvPr id="692" name="Google Shape;692;p41"/>
              <p:cNvSpPr/>
              <p:nvPr/>
            </p:nvSpPr>
            <p:spPr>
              <a:xfrm>
                <a:off x="1014425" y="1338275"/>
                <a:ext cx="538200" cy="538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41"/>
              <p:cNvSpPr/>
              <p:nvPr/>
            </p:nvSpPr>
            <p:spPr>
              <a:xfrm>
                <a:off x="1107275" y="1078100"/>
                <a:ext cx="306600" cy="369700"/>
              </a:xfrm>
              <a:custGeom>
                <a:avLst/>
                <a:gdLst/>
                <a:ahLst/>
                <a:cxnLst/>
                <a:rect l="l" t="t" r="r" b="b"/>
                <a:pathLst>
                  <a:path w="12264" h="14788" extrusionOk="0">
                    <a:moveTo>
                      <a:pt x="0" y="13074"/>
                    </a:moveTo>
                    <a:lnTo>
                      <a:pt x="12264" y="0"/>
                    </a:lnTo>
                    <a:lnTo>
                      <a:pt x="7525" y="14788"/>
                    </a:lnTo>
                    <a:close/>
                  </a:path>
                </a:pathLst>
              </a:custGeom>
              <a:solidFill>
                <a:schemeClr val="dk1"/>
              </a:solidFill>
              <a:ln>
                <a:noFill/>
              </a:ln>
            </p:spPr>
          </p:sp>
          <p:sp>
            <p:nvSpPr>
              <p:cNvPr id="694" name="Google Shape;694;p41"/>
              <p:cNvSpPr/>
              <p:nvPr/>
            </p:nvSpPr>
            <p:spPr>
              <a:xfrm>
                <a:off x="1034455" y="1076189"/>
                <a:ext cx="379225" cy="464175"/>
              </a:xfrm>
              <a:custGeom>
                <a:avLst/>
                <a:gdLst/>
                <a:ahLst/>
                <a:cxnLst/>
                <a:rect l="l" t="t" r="r" b="b"/>
                <a:pathLst>
                  <a:path w="15169" h="18567" extrusionOk="0">
                    <a:moveTo>
                      <a:pt x="199" y="16864"/>
                    </a:moveTo>
                    <a:cubicBezTo>
                      <a:pt x="628" y="15562"/>
                      <a:pt x="2422" y="12030"/>
                      <a:pt x="4914" y="9244"/>
                    </a:cubicBezTo>
                    <a:cubicBezTo>
                      <a:pt x="7406" y="6458"/>
                      <a:pt x="15582" y="-1154"/>
                      <a:pt x="15153" y="148"/>
                    </a:cubicBezTo>
                    <a:cubicBezTo>
                      <a:pt x="14724" y="1450"/>
                      <a:pt x="4834" y="14269"/>
                      <a:pt x="2342" y="17055"/>
                    </a:cubicBezTo>
                    <a:cubicBezTo>
                      <a:pt x="-150" y="19841"/>
                      <a:pt x="-230" y="18166"/>
                      <a:pt x="199" y="16864"/>
                    </a:cubicBezTo>
                    <a:close/>
                  </a:path>
                </a:pathLst>
              </a:custGeom>
              <a:solidFill>
                <a:schemeClr val="dk1"/>
              </a:solidFill>
              <a:ln>
                <a:noFill/>
              </a:ln>
            </p:spPr>
          </p:sp>
        </p:grpSp>
        <p:grpSp>
          <p:nvGrpSpPr>
            <p:cNvPr id="695" name="Google Shape;695;p41"/>
            <p:cNvGrpSpPr/>
            <p:nvPr/>
          </p:nvGrpSpPr>
          <p:grpSpPr>
            <a:xfrm>
              <a:off x="1624025" y="1076189"/>
              <a:ext cx="538200" cy="800286"/>
              <a:chOff x="1014425" y="1076189"/>
              <a:chExt cx="538200" cy="800286"/>
            </a:xfrm>
          </p:grpSpPr>
          <p:sp>
            <p:nvSpPr>
              <p:cNvPr id="696" name="Google Shape;696;p41"/>
              <p:cNvSpPr/>
              <p:nvPr/>
            </p:nvSpPr>
            <p:spPr>
              <a:xfrm>
                <a:off x="1014425" y="1338275"/>
                <a:ext cx="538200" cy="538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1"/>
              <p:cNvSpPr/>
              <p:nvPr/>
            </p:nvSpPr>
            <p:spPr>
              <a:xfrm>
                <a:off x="1107275" y="1078100"/>
                <a:ext cx="306600" cy="369700"/>
              </a:xfrm>
              <a:custGeom>
                <a:avLst/>
                <a:gdLst/>
                <a:ahLst/>
                <a:cxnLst/>
                <a:rect l="l" t="t" r="r" b="b"/>
                <a:pathLst>
                  <a:path w="12264" h="14788" extrusionOk="0">
                    <a:moveTo>
                      <a:pt x="0" y="13074"/>
                    </a:moveTo>
                    <a:lnTo>
                      <a:pt x="12264" y="0"/>
                    </a:lnTo>
                    <a:lnTo>
                      <a:pt x="7525" y="14788"/>
                    </a:lnTo>
                    <a:close/>
                  </a:path>
                </a:pathLst>
              </a:custGeom>
              <a:solidFill>
                <a:schemeClr val="dk1"/>
              </a:solidFill>
              <a:ln>
                <a:noFill/>
              </a:ln>
            </p:spPr>
          </p:sp>
          <p:sp>
            <p:nvSpPr>
              <p:cNvPr id="698" name="Google Shape;698;p41"/>
              <p:cNvSpPr/>
              <p:nvPr/>
            </p:nvSpPr>
            <p:spPr>
              <a:xfrm>
                <a:off x="1034455" y="1076189"/>
                <a:ext cx="379225" cy="464175"/>
              </a:xfrm>
              <a:custGeom>
                <a:avLst/>
                <a:gdLst/>
                <a:ahLst/>
                <a:cxnLst/>
                <a:rect l="l" t="t" r="r" b="b"/>
                <a:pathLst>
                  <a:path w="15169" h="18567" extrusionOk="0">
                    <a:moveTo>
                      <a:pt x="199" y="16864"/>
                    </a:moveTo>
                    <a:cubicBezTo>
                      <a:pt x="628" y="15562"/>
                      <a:pt x="2422" y="12030"/>
                      <a:pt x="4914" y="9244"/>
                    </a:cubicBezTo>
                    <a:cubicBezTo>
                      <a:pt x="7406" y="6458"/>
                      <a:pt x="15582" y="-1154"/>
                      <a:pt x="15153" y="148"/>
                    </a:cubicBezTo>
                    <a:cubicBezTo>
                      <a:pt x="14724" y="1450"/>
                      <a:pt x="4834" y="14269"/>
                      <a:pt x="2342" y="17055"/>
                    </a:cubicBezTo>
                    <a:cubicBezTo>
                      <a:pt x="-150" y="19841"/>
                      <a:pt x="-230" y="18166"/>
                      <a:pt x="199" y="16864"/>
                    </a:cubicBezTo>
                    <a:close/>
                  </a:path>
                </a:pathLst>
              </a:custGeom>
              <a:solidFill>
                <a:schemeClr val="dk1"/>
              </a:solidFill>
              <a:ln>
                <a:noFill/>
              </a:ln>
            </p:spPr>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8 - Mise en page personnalisée [2] ">
  <p:cSld name="CUSTOM_1">
    <p:spTree>
      <p:nvGrpSpPr>
        <p:cNvPr id="1" name="Shape 699"/>
        <p:cNvGrpSpPr/>
        <p:nvPr/>
      </p:nvGrpSpPr>
      <p:grpSpPr>
        <a:xfrm>
          <a:off x="0" y="0"/>
          <a:ext cx="0" cy="0"/>
          <a:chOff x="0" y="0"/>
          <a:chExt cx="0" cy="0"/>
        </a:xfrm>
      </p:grpSpPr>
      <p:sp>
        <p:nvSpPr>
          <p:cNvPr id="700" name="Google Shape;700;p42"/>
          <p:cNvSpPr txBox="1">
            <a:spLocks noGrp="1"/>
          </p:cNvSpPr>
          <p:nvPr>
            <p:ph type="title"/>
          </p:nvPr>
        </p:nvSpPr>
        <p:spPr>
          <a:xfrm>
            <a:off x="562825" y="361400"/>
            <a:ext cx="46569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701" name="Google Shape;701;p42"/>
          <p:cNvSpPr txBox="1">
            <a:spLocks noGrp="1"/>
          </p:cNvSpPr>
          <p:nvPr>
            <p:ph type="subTitle" idx="1"/>
          </p:nvPr>
        </p:nvSpPr>
        <p:spPr>
          <a:xfrm>
            <a:off x="562825" y="840677"/>
            <a:ext cx="4656900" cy="324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300"/>
              <a:buFont typeface="Outfit"/>
              <a:buNone/>
              <a:defRPr sz="130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accent6"/>
              </a:buClr>
              <a:buSzPts val="1200"/>
              <a:buFont typeface="Century Gothic"/>
              <a:buChar char="&gt;"/>
              <a:defRPr sz="12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chemeClr val="accent6"/>
              </a:buClr>
              <a:buSzPts val="1000"/>
              <a:buFont typeface="Century Gothic"/>
              <a:buChar char="+"/>
              <a:defRPr sz="10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chemeClr val="accent6"/>
              </a:buClr>
              <a:buSzPts val="900"/>
              <a:buFont typeface="Courier New"/>
              <a:buChar char="o"/>
              <a:defRPr sz="9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chemeClr val="accent6"/>
              </a:buClr>
              <a:buSzPts val="800"/>
              <a:buFont typeface="Century Gothic"/>
              <a:buChar char="○"/>
              <a:defRPr sz="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chemeClr val="accent6"/>
              </a:buClr>
              <a:buSzPts val="700"/>
              <a:buFont typeface="Century Gothic"/>
              <a:buChar char="○"/>
              <a:defRPr sz="7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chemeClr val="accent6"/>
              </a:buClr>
              <a:buSzPts val="600"/>
              <a:buFont typeface="Century Gothic"/>
              <a:buChar char="○"/>
              <a:defRPr sz="600" b="0" i="0" u="none" strike="noStrike" cap="none">
                <a:solidFill>
                  <a:schemeClr val="accent6"/>
                </a:solidFill>
                <a:latin typeface="Century Gothic"/>
                <a:ea typeface="Century Gothic"/>
                <a:cs typeface="Century Gothic"/>
                <a:sym typeface="Century Gothic"/>
              </a:defRPr>
            </a:lvl9pPr>
          </a:lstStyle>
          <a:p>
            <a:endParaRPr/>
          </a:p>
        </p:txBody>
      </p:sp>
      <p:sp>
        <p:nvSpPr>
          <p:cNvPr id="702" name="Google Shape;702;p42"/>
          <p:cNvSpPr txBox="1">
            <a:spLocks noGrp="1"/>
          </p:cNvSpPr>
          <p:nvPr>
            <p:ph type="body" idx="2"/>
          </p:nvPr>
        </p:nvSpPr>
        <p:spPr>
          <a:xfrm>
            <a:off x="562825" y="1273150"/>
            <a:ext cx="4656900" cy="3596100"/>
          </a:xfrm>
          <a:prstGeom prst="rect">
            <a:avLst/>
          </a:prstGeom>
          <a:noFill/>
          <a:ln>
            <a:noFill/>
          </a:ln>
        </p:spPr>
        <p:txBody>
          <a:bodyPr spcFirstLastPara="1" wrap="square" lIns="0" tIns="180000" rIns="91425" bIns="91425" anchor="ctr" anchorCtr="0">
            <a:normAutofit/>
          </a:bodyPr>
          <a:lstStyle>
            <a:lvl1pPr marL="457200" marR="0" lvl="0" indent="-342900" algn="l" rtl="0">
              <a:lnSpc>
                <a:spcPct val="115000"/>
              </a:lnSpc>
              <a:spcBef>
                <a:spcPts val="0"/>
              </a:spcBef>
              <a:spcAft>
                <a:spcPts val="0"/>
              </a:spcAft>
              <a:buClr>
                <a:srgbClr val="00D2DD"/>
              </a:buClr>
              <a:buSzPts val="1800"/>
              <a:buFont typeface="Outfit"/>
              <a:buChar char="●"/>
              <a:defRPr sz="1200" i="0" u="none" strike="noStrike" cap="none">
                <a:solidFill>
                  <a:schemeClr val="dk1"/>
                </a:solidFill>
                <a:latin typeface="Outfit"/>
                <a:ea typeface="Outfit"/>
                <a:cs typeface="Outfit"/>
                <a:sym typeface="Outfit"/>
              </a:defRPr>
            </a:lvl1pPr>
            <a:lvl2pPr marL="914400" marR="0" lvl="1" indent="-292100" algn="l" rtl="0">
              <a:lnSpc>
                <a:spcPct val="115000"/>
              </a:lnSpc>
              <a:spcBef>
                <a:spcPts val="0"/>
              </a:spcBef>
              <a:spcAft>
                <a:spcPts val="0"/>
              </a:spcAft>
              <a:buClr>
                <a:srgbClr val="00D2DD"/>
              </a:buClr>
              <a:buSzPts val="1000"/>
              <a:buFont typeface="Outfit"/>
              <a:buChar char="○"/>
              <a:defRPr sz="1000" i="0" u="none" strike="noStrike" cap="none">
                <a:solidFill>
                  <a:schemeClr val="dk1"/>
                </a:solidFill>
                <a:latin typeface="Outfit"/>
                <a:ea typeface="Outfit"/>
                <a:cs typeface="Outfit"/>
                <a:sym typeface="Outfit"/>
              </a:defRPr>
            </a:lvl2pPr>
            <a:lvl3pPr marL="1371600" marR="0" lvl="2" indent="-279400" algn="l" rtl="0">
              <a:lnSpc>
                <a:spcPct val="115000"/>
              </a:lnSpc>
              <a:spcBef>
                <a:spcPts val="0"/>
              </a:spcBef>
              <a:spcAft>
                <a:spcPts val="0"/>
              </a:spcAft>
              <a:buClr>
                <a:schemeClr val="dk1"/>
              </a:buClr>
              <a:buSzPts val="800"/>
              <a:buFont typeface="Outfit"/>
              <a:buChar char="■"/>
              <a:defRPr sz="800" i="0" u="none" strike="noStrike" cap="none">
                <a:solidFill>
                  <a:schemeClr val="dk1"/>
                </a:solidFill>
                <a:latin typeface="Outfit"/>
                <a:ea typeface="Outfit"/>
                <a:cs typeface="Outfit"/>
                <a:sym typeface="Outfit"/>
              </a:defRPr>
            </a:lvl3pPr>
            <a:lvl4pPr marL="1828800" marR="0" lvl="3" indent="-266700" algn="l" rtl="0">
              <a:lnSpc>
                <a:spcPct val="115000"/>
              </a:lnSpc>
              <a:spcBef>
                <a:spcPts val="0"/>
              </a:spcBef>
              <a:spcAft>
                <a:spcPts val="0"/>
              </a:spcAft>
              <a:buClr>
                <a:schemeClr val="dk1"/>
              </a:buClr>
              <a:buSzPts val="600"/>
              <a:buFont typeface="Outfit"/>
              <a:buChar char="○"/>
              <a:defRPr sz="700" i="0" u="none" strike="noStrike" cap="none">
                <a:solidFill>
                  <a:schemeClr val="dk1"/>
                </a:solidFill>
                <a:latin typeface="Outfit"/>
                <a:ea typeface="Outfit"/>
                <a:cs typeface="Outfit"/>
                <a:sym typeface="Outfit"/>
              </a:defRPr>
            </a:lvl4pPr>
            <a:lvl5pPr marL="2286000" marR="0" lvl="4" indent="-260350" algn="l" rtl="0">
              <a:lnSpc>
                <a:spcPct val="115000"/>
              </a:lnSpc>
              <a:spcBef>
                <a:spcPts val="0"/>
              </a:spcBef>
              <a:spcAft>
                <a:spcPts val="0"/>
              </a:spcAft>
              <a:buClr>
                <a:schemeClr val="dk1"/>
              </a:buClr>
              <a:buSzPts val="500"/>
              <a:buFont typeface="Outfit"/>
              <a:buChar char="○"/>
              <a:defRPr sz="600" i="0" u="none" strike="noStrike" cap="none">
                <a:solidFill>
                  <a:schemeClr val="dk1"/>
                </a:solidFill>
                <a:latin typeface="Outfit"/>
                <a:ea typeface="Outfit"/>
                <a:cs typeface="Outfit"/>
                <a:sym typeface="Outfit"/>
              </a:defRPr>
            </a:lvl5pPr>
            <a:lvl6pPr marL="2743200" marR="0" lvl="5" indent="-254000" algn="l" rtl="0">
              <a:lnSpc>
                <a:spcPct val="115000"/>
              </a:lnSpc>
              <a:spcBef>
                <a:spcPts val="0"/>
              </a:spcBef>
              <a:spcAft>
                <a:spcPts val="0"/>
              </a:spcAft>
              <a:buClr>
                <a:schemeClr val="dk1"/>
              </a:buClr>
              <a:buSzPts val="400"/>
              <a:buFont typeface="Outfit"/>
              <a:buChar char="■"/>
              <a:defRPr sz="500" i="0" u="none" strike="noStrike" cap="none">
                <a:solidFill>
                  <a:schemeClr val="dk1"/>
                </a:solidFill>
                <a:latin typeface="Outfit"/>
                <a:ea typeface="Outfit"/>
                <a:cs typeface="Outfit"/>
                <a:sym typeface="Outfit"/>
              </a:defRPr>
            </a:lvl6pPr>
            <a:lvl7pPr marL="3200400" marR="0" lvl="6"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7pPr>
            <a:lvl8pPr marL="3657600" marR="0" lvl="7"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8pPr>
            <a:lvl9pPr marL="4114800" marR="0" lvl="8"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9pPr>
          </a:lstStyle>
          <a:p>
            <a:endParaRPr/>
          </a:p>
        </p:txBody>
      </p:sp>
      <p:sp>
        <p:nvSpPr>
          <p:cNvPr id="703" name="Google Shape;703;p42"/>
          <p:cNvSpPr txBox="1">
            <a:spLocks noGrp="1"/>
          </p:cNvSpPr>
          <p:nvPr>
            <p:ph type="body" idx="3"/>
          </p:nvPr>
        </p:nvSpPr>
        <p:spPr>
          <a:xfrm>
            <a:off x="5943600" y="876300"/>
            <a:ext cx="1647900" cy="18789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00000"/>
              </a:lnSpc>
              <a:spcBef>
                <a:spcPts val="0"/>
              </a:spcBef>
              <a:spcAft>
                <a:spcPts val="0"/>
              </a:spcAft>
              <a:buClr>
                <a:schemeClr val="dk1"/>
              </a:buClr>
              <a:buSzPts val="1600"/>
              <a:buFont typeface="Outfit SemiBold"/>
              <a:buNone/>
              <a:defRPr sz="1600" i="0" u="none" strike="noStrike" cap="none">
                <a:solidFill>
                  <a:schemeClr val="dk1"/>
                </a:solidFill>
                <a:latin typeface="Outfit SemiBold"/>
                <a:ea typeface="Outfit SemiBold"/>
                <a:cs typeface="Outfit SemiBold"/>
                <a:sym typeface="Outfit SemiBold"/>
              </a:defRPr>
            </a:lvl1pPr>
            <a:lvl2pPr marL="914400" marR="0" lvl="1"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2pPr>
            <a:lvl3pPr marL="1371600" marR="0" lvl="2"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3pPr>
            <a:lvl4pPr marL="1828800" marR="0" lvl="3"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4pPr>
            <a:lvl5pPr marL="2286000" marR="0" lvl="4"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5pPr>
            <a:lvl6pPr marL="2743200" marR="0" lvl="5"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6pPr>
            <a:lvl7pPr marL="3200400" marR="0" lvl="6"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7pPr>
            <a:lvl8pPr marL="3657600" marR="0" lvl="7"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8pPr>
            <a:lvl9pPr marL="4114800" marR="0" lvl="8"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9pPr>
          </a:lstStyle>
          <a:p>
            <a:endParaRPr/>
          </a:p>
        </p:txBody>
      </p:sp>
      <p:grpSp>
        <p:nvGrpSpPr>
          <p:cNvPr id="704" name="Google Shape;704;p42"/>
          <p:cNvGrpSpPr/>
          <p:nvPr/>
        </p:nvGrpSpPr>
        <p:grpSpPr>
          <a:xfrm>
            <a:off x="6830775" y="2827650"/>
            <a:ext cx="2037000" cy="2037000"/>
            <a:chOff x="6830775" y="2827650"/>
            <a:chExt cx="2037000" cy="2037000"/>
          </a:xfrm>
        </p:grpSpPr>
        <p:sp>
          <p:nvSpPr>
            <p:cNvPr id="705" name="Google Shape;705;p42"/>
            <p:cNvSpPr/>
            <p:nvPr/>
          </p:nvSpPr>
          <p:spPr>
            <a:xfrm rot="10800000">
              <a:off x="6830775" y="2827650"/>
              <a:ext cx="2037000" cy="2037000"/>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06" name="Google Shape;706;p42"/>
            <p:cNvSpPr txBox="1"/>
            <p:nvPr/>
          </p:nvSpPr>
          <p:spPr>
            <a:xfrm>
              <a:off x="7871538" y="3068450"/>
              <a:ext cx="800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4338"/>
                  </a:solidFill>
                </a:rPr>
                <a:t>ici mettre une Photo</a:t>
              </a:r>
              <a:endParaRPr>
                <a:solidFill>
                  <a:srgbClr val="FF4338"/>
                </a:solidFill>
              </a:endParaRPr>
            </a:p>
          </p:txBody>
        </p:sp>
      </p:grpSp>
      <p:sp>
        <p:nvSpPr>
          <p:cNvPr id="707" name="Google Shape;707;p42"/>
          <p:cNvSpPr/>
          <p:nvPr/>
        </p:nvSpPr>
        <p:spPr>
          <a:xfrm>
            <a:off x="5621550" y="292125"/>
            <a:ext cx="2324700" cy="3169800"/>
          </a:xfrm>
          <a:prstGeom prst="round2Diag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08" name="Google Shape;708;p42"/>
          <p:cNvGrpSpPr/>
          <p:nvPr/>
        </p:nvGrpSpPr>
        <p:grpSpPr>
          <a:xfrm>
            <a:off x="5621553" y="3667487"/>
            <a:ext cx="512493" cy="357328"/>
            <a:chOff x="1014425" y="1076189"/>
            <a:chExt cx="1147800" cy="800286"/>
          </a:xfrm>
        </p:grpSpPr>
        <p:grpSp>
          <p:nvGrpSpPr>
            <p:cNvPr id="709" name="Google Shape;709;p42"/>
            <p:cNvGrpSpPr/>
            <p:nvPr/>
          </p:nvGrpSpPr>
          <p:grpSpPr>
            <a:xfrm>
              <a:off x="1014425" y="1076189"/>
              <a:ext cx="538200" cy="800286"/>
              <a:chOff x="1014425" y="1076189"/>
              <a:chExt cx="538200" cy="800286"/>
            </a:xfrm>
          </p:grpSpPr>
          <p:sp>
            <p:nvSpPr>
              <p:cNvPr id="710" name="Google Shape;710;p42"/>
              <p:cNvSpPr/>
              <p:nvPr/>
            </p:nvSpPr>
            <p:spPr>
              <a:xfrm>
                <a:off x="1014425" y="1338275"/>
                <a:ext cx="538200" cy="538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42"/>
              <p:cNvSpPr/>
              <p:nvPr/>
            </p:nvSpPr>
            <p:spPr>
              <a:xfrm>
                <a:off x="1107275" y="1078100"/>
                <a:ext cx="306600" cy="369700"/>
              </a:xfrm>
              <a:custGeom>
                <a:avLst/>
                <a:gdLst/>
                <a:ahLst/>
                <a:cxnLst/>
                <a:rect l="l" t="t" r="r" b="b"/>
                <a:pathLst>
                  <a:path w="12264" h="14788" extrusionOk="0">
                    <a:moveTo>
                      <a:pt x="0" y="13074"/>
                    </a:moveTo>
                    <a:lnTo>
                      <a:pt x="12264" y="0"/>
                    </a:lnTo>
                    <a:lnTo>
                      <a:pt x="7525" y="14788"/>
                    </a:lnTo>
                    <a:close/>
                  </a:path>
                </a:pathLst>
              </a:custGeom>
              <a:solidFill>
                <a:schemeClr val="dk1"/>
              </a:solidFill>
              <a:ln>
                <a:noFill/>
              </a:ln>
            </p:spPr>
          </p:sp>
          <p:sp>
            <p:nvSpPr>
              <p:cNvPr id="712" name="Google Shape;712;p42"/>
              <p:cNvSpPr/>
              <p:nvPr/>
            </p:nvSpPr>
            <p:spPr>
              <a:xfrm>
                <a:off x="1034455" y="1076189"/>
                <a:ext cx="379225" cy="464175"/>
              </a:xfrm>
              <a:custGeom>
                <a:avLst/>
                <a:gdLst/>
                <a:ahLst/>
                <a:cxnLst/>
                <a:rect l="l" t="t" r="r" b="b"/>
                <a:pathLst>
                  <a:path w="15169" h="18567" extrusionOk="0">
                    <a:moveTo>
                      <a:pt x="199" y="16864"/>
                    </a:moveTo>
                    <a:cubicBezTo>
                      <a:pt x="628" y="15562"/>
                      <a:pt x="2422" y="12030"/>
                      <a:pt x="4914" y="9244"/>
                    </a:cubicBezTo>
                    <a:cubicBezTo>
                      <a:pt x="7406" y="6458"/>
                      <a:pt x="15582" y="-1154"/>
                      <a:pt x="15153" y="148"/>
                    </a:cubicBezTo>
                    <a:cubicBezTo>
                      <a:pt x="14724" y="1450"/>
                      <a:pt x="4834" y="14269"/>
                      <a:pt x="2342" y="17055"/>
                    </a:cubicBezTo>
                    <a:cubicBezTo>
                      <a:pt x="-150" y="19841"/>
                      <a:pt x="-230" y="18166"/>
                      <a:pt x="199" y="16864"/>
                    </a:cubicBezTo>
                    <a:close/>
                  </a:path>
                </a:pathLst>
              </a:custGeom>
              <a:solidFill>
                <a:schemeClr val="dk1"/>
              </a:solidFill>
              <a:ln>
                <a:noFill/>
              </a:ln>
            </p:spPr>
          </p:sp>
        </p:grpSp>
        <p:grpSp>
          <p:nvGrpSpPr>
            <p:cNvPr id="713" name="Google Shape;713;p42"/>
            <p:cNvGrpSpPr/>
            <p:nvPr/>
          </p:nvGrpSpPr>
          <p:grpSpPr>
            <a:xfrm>
              <a:off x="1624025" y="1076189"/>
              <a:ext cx="538200" cy="800286"/>
              <a:chOff x="1014425" y="1076189"/>
              <a:chExt cx="538200" cy="800286"/>
            </a:xfrm>
          </p:grpSpPr>
          <p:sp>
            <p:nvSpPr>
              <p:cNvPr id="714" name="Google Shape;714;p42"/>
              <p:cNvSpPr/>
              <p:nvPr/>
            </p:nvSpPr>
            <p:spPr>
              <a:xfrm>
                <a:off x="1014425" y="1338275"/>
                <a:ext cx="538200" cy="5382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2"/>
              <p:cNvSpPr/>
              <p:nvPr/>
            </p:nvSpPr>
            <p:spPr>
              <a:xfrm>
                <a:off x="1107275" y="1078100"/>
                <a:ext cx="306600" cy="369700"/>
              </a:xfrm>
              <a:custGeom>
                <a:avLst/>
                <a:gdLst/>
                <a:ahLst/>
                <a:cxnLst/>
                <a:rect l="l" t="t" r="r" b="b"/>
                <a:pathLst>
                  <a:path w="12264" h="14788" extrusionOk="0">
                    <a:moveTo>
                      <a:pt x="0" y="13074"/>
                    </a:moveTo>
                    <a:lnTo>
                      <a:pt x="12264" y="0"/>
                    </a:lnTo>
                    <a:lnTo>
                      <a:pt x="7525" y="14788"/>
                    </a:lnTo>
                    <a:close/>
                  </a:path>
                </a:pathLst>
              </a:custGeom>
              <a:solidFill>
                <a:schemeClr val="dk1"/>
              </a:solidFill>
              <a:ln>
                <a:noFill/>
              </a:ln>
            </p:spPr>
          </p:sp>
          <p:sp>
            <p:nvSpPr>
              <p:cNvPr id="716" name="Google Shape;716;p42"/>
              <p:cNvSpPr/>
              <p:nvPr/>
            </p:nvSpPr>
            <p:spPr>
              <a:xfrm>
                <a:off x="1034455" y="1076189"/>
                <a:ext cx="379225" cy="464175"/>
              </a:xfrm>
              <a:custGeom>
                <a:avLst/>
                <a:gdLst/>
                <a:ahLst/>
                <a:cxnLst/>
                <a:rect l="l" t="t" r="r" b="b"/>
                <a:pathLst>
                  <a:path w="15169" h="18567" extrusionOk="0">
                    <a:moveTo>
                      <a:pt x="199" y="16864"/>
                    </a:moveTo>
                    <a:cubicBezTo>
                      <a:pt x="628" y="15562"/>
                      <a:pt x="2422" y="12030"/>
                      <a:pt x="4914" y="9244"/>
                    </a:cubicBezTo>
                    <a:cubicBezTo>
                      <a:pt x="7406" y="6458"/>
                      <a:pt x="15582" y="-1154"/>
                      <a:pt x="15153" y="148"/>
                    </a:cubicBezTo>
                    <a:cubicBezTo>
                      <a:pt x="14724" y="1450"/>
                      <a:pt x="4834" y="14269"/>
                      <a:pt x="2342" y="17055"/>
                    </a:cubicBezTo>
                    <a:cubicBezTo>
                      <a:pt x="-150" y="19841"/>
                      <a:pt x="-230" y="18166"/>
                      <a:pt x="199" y="16864"/>
                    </a:cubicBezTo>
                    <a:close/>
                  </a:path>
                </a:pathLst>
              </a:custGeom>
              <a:solidFill>
                <a:schemeClr val="dk1"/>
              </a:solidFill>
              <a:ln>
                <a:noFill/>
              </a:ln>
            </p:spPr>
          </p:sp>
        </p:gr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65 - Titre, contenu, visuel à droite et bloc conclu 1">
  <p:cSld name="65 - Titre, contenu, visuel à droite et bloc conclu - cadre blanc_1">
    <p:spTree>
      <p:nvGrpSpPr>
        <p:cNvPr id="1" name="Shape 717"/>
        <p:cNvGrpSpPr/>
        <p:nvPr/>
      </p:nvGrpSpPr>
      <p:grpSpPr>
        <a:xfrm>
          <a:off x="0" y="0"/>
          <a:ext cx="0" cy="0"/>
          <a:chOff x="0" y="0"/>
          <a:chExt cx="0" cy="0"/>
        </a:xfrm>
      </p:grpSpPr>
      <p:grpSp>
        <p:nvGrpSpPr>
          <p:cNvPr id="718" name="Google Shape;718;p43"/>
          <p:cNvGrpSpPr/>
          <p:nvPr/>
        </p:nvGrpSpPr>
        <p:grpSpPr>
          <a:xfrm>
            <a:off x="7475475" y="301725"/>
            <a:ext cx="1392300" cy="1392300"/>
            <a:chOff x="7475475" y="301725"/>
            <a:chExt cx="1392300" cy="1392300"/>
          </a:xfrm>
        </p:grpSpPr>
        <p:sp>
          <p:nvSpPr>
            <p:cNvPr id="719" name="Google Shape;719;p43"/>
            <p:cNvSpPr/>
            <p:nvPr/>
          </p:nvSpPr>
          <p:spPr>
            <a:xfrm rot="10800000">
              <a:off x="7475475" y="301725"/>
              <a:ext cx="1392300" cy="1392300"/>
            </a:xfrm>
            <a:prstGeom prst="teardrop">
              <a:avLst>
                <a:gd name="adj" fmla="val 100000"/>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20" name="Google Shape;720;p43"/>
            <p:cNvSpPr txBox="1"/>
            <p:nvPr/>
          </p:nvSpPr>
          <p:spPr>
            <a:xfrm>
              <a:off x="7776288" y="553850"/>
              <a:ext cx="800100" cy="1046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FF4338"/>
                  </a:solidFill>
                  <a:latin typeface="Outfit"/>
                  <a:ea typeface="Outfit"/>
                  <a:cs typeface="Outfit"/>
                  <a:sym typeface="Outfit"/>
                </a:rPr>
                <a:t>ici mettre une Photo</a:t>
              </a:r>
              <a:endParaRPr>
                <a:solidFill>
                  <a:srgbClr val="FF4338"/>
                </a:solidFill>
                <a:latin typeface="Outfit"/>
                <a:ea typeface="Outfit"/>
                <a:cs typeface="Outfit"/>
                <a:sym typeface="Outfit"/>
              </a:endParaRPr>
            </a:p>
          </p:txBody>
        </p:sp>
      </p:grpSp>
      <p:sp>
        <p:nvSpPr>
          <p:cNvPr id="721" name="Google Shape;721;p43"/>
          <p:cNvSpPr txBox="1">
            <a:spLocks noGrp="1"/>
          </p:cNvSpPr>
          <p:nvPr>
            <p:ph type="title"/>
          </p:nvPr>
        </p:nvSpPr>
        <p:spPr>
          <a:xfrm>
            <a:off x="562825" y="361400"/>
            <a:ext cx="47904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722" name="Google Shape;722;p43"/>
          <p:cNvSpPr txBox="1">
            <a:spLocks noGrp="1"/>
          </p:cNvSpPr>
          <p:nvPr>
            <p:ph type="body" idx="1"/>
          </p:nvPr>
        </p:nvSpPr>
        <p:spPr>
          <a:xfrm>
            <a:off x="562825" y="956650"/>
            <a:ext cx="4790400" cy="3912600"/>
          </a:xfrm>
          <a:prstGeom prst="rect">
            <a:avLst/>
          </a:prstGeom>
          <a:noFill/>
          <a:ln>
            <a:noFill/>
          </a:ln>
        </p:spPr>
        <p:txBody>
          <a:bodyPr spcFirstLastPara="1" wrap="square" lIns="0" tIns="180000" rIns="91425" bIns="91425" anchor="ctr" anchorCtr="0">
            <a:normAutofit/>
          </a:bodyPr>
          <a:lstStyle>
            <a:lvl1pPr marL="457200" marR="0" lvl="0" indent="-342900" algn="l" rtl="0">
              <a:lnSpc>
                <a:spcPct val="115000"/>
              </a:lnSpc>
              <a:spcBef>
                <a:spcPts val="0"/>
              </a:spcBef>
              <a:spcAft>
                <a:spcPts val="0"/>
              </a:spcAft>
              <a:buClr>
                <a:srgbClr val="00D2DD"/>
              </a:buClr>
              <a:buSzPts val="1800"/>
              <a:buFont typeface="Outfit"/>
              <a:buChar char="●"/>
              <a:defRPr sz="1200" i="0" u="none" strike="noStrike" cap="none">
                <a:solidFill>
                  <a:schemeClr val="dk1"/>
                </a:solidFill>
                <a:latin typeface="Outfit"/>
                <a:ea typeface="Outfit"/>
                <a:cs typeface="Outfit"/>
                <a:sym typeface="Outfit"/>
              </a:defRPr>
            </a:lvl1pPr>
            <a:lvl2pPr marL="914400" marR="0" lvl="1" indent="-292100" algn="l" rtl="0">
              <a:lnSpc>
                <a:spcPct val="115000"/>
              </a:lnSpc>
              <a:spcBef>
                <a:spcPts val="0"/>
              </a:spcBef>
              <a:spcAft>
                <a:spcPts val="0"/>
              </a:spcAft>
              <a:buClr>
                <a:srgbClr val="00D2DD"/>
              </a:buClr>
              <a:buSzPts val="1000"/>
              <a:buFont typeface="Outfit"/>
              <a:buChar char="◎"/>
              <a:defRPr sz="1000" i="0" u="none" strike="noStrike" cap="none">
                <a:solidFill>
                  <a:schemeClr val="dk1"/>
                </a:solidFill>
                <a:latin typeface="Outfit"/>
                <a:ea typeface="Outfit"/>
                <a:cs typeface="Outfit"/>
                <a:sym typeface="Outfit"/>
              </a:defRPr>
            </a:lvl2pPr>
            <a:lvl3pPr marL="1371600" marR="0" lvl="2" indent="-304800" algn="l" rtl="0">
              <a:lnSpc>
                <a:spcPct val="115000"/>
              </a:lnSpc>
              <a:spcBef>
                <a:spcPts val="0"/>
              </a:spcBef>
              <a:spcAft>
                <a:spcPts val="0"/>
              </a:spcAft>
              <a:buClr>
                <a:schemeClr val="dk1"/>
              </a:buClr>
              <a:buSzPts val="1200"/>
              <a:buFont typeface="Outfit"/>
              <a:buChar char="○"/>
              <a:defRPr sz="800" i="0" u="none" strike="noStrike" cap="none">
                <a:solidFill>
                  <a:schemeClr val="dk1"/>
                </a:solidFill>
                <a:latin typeface="Outfit"/>
                <a:ea typeface="Outfit"/>
                <a:cs typeface="Outfit"/>
                <a:sym typeface="Outfit"/>
              </a:defRPr>
            </a:lvl3pPr>
            <a:lvl4pPr marL="1828800" marR="0" lvl="3" indent="-266700" algn="l" rtl="0">
              <a:lnSpc>
                <a:spcPct val="115000"/>
              </a:lnSpc>
              <a:spcBef>
                <a:spcPts val="0"/>
              </a:spcBef>
              <a:spcAft>
                <a:spcPts val="0"/>
              </a:spcAft>
              <a:buClr>
                <a:schemeClr val="dk1"/>
              </a:buClr>
              <a:buSzPts val="600"/>
              <a:buFont typeface="Outfit"/>
              <a:buChar char="●"/>
              <a:defRPr sz="700" i="0" u="none" strike="noStrike" cap="none">
                <a:solidFill>
                  <a:schemeClr val="dk1"/>
                </a:solidFill>
                <a:latin typeface="Outfit"/>
                <a:ea typeface="Outfit"/>
                <a:cs typeface="Outfit"/>
                <a:sym typeface="Outfit"/>
              </a:defRPr>
            </a:lvl4pPr>
            <a:lvl5pPr marL="2286000" marR="0" lvl="4" indent="-260350" algn="l" rtl="0">
              <a:lnSpc>
                <a:spcPct val="115000"/>
              </a:lnSpc>
              <a:spcBef>
                <a:spcPts val="0"/>
              </a:spcBef>
              <a:spcAft>
                <a:spcPts val="0"/>
              </a:spcAft>
              <a:buClr>
                <a:schemeClr val="dk1"/>
              </a:buClr>
              <a:buSzPts val="500"/>
              <a:buFont typeface="Outfit"/>
              <a:buChar char="○"/>
              <a:defRPr sz="600" i="0" u="none" strike="noStrike" cap="none">
                <a:solidFill>
                  <a:schemeClr val="dk1"/>
                </a:solidFill>
                <a:latin typeface="Outfit"/>
                <a:ea typeface="Outfit"/>
                <a:cs typeface="Outfit"/>
                <a:sym typeface="Outfit"/>
              </a:defRPr>
            </a:lvl5pPr>
            <a:lvl6pPr marL="2743200" marR="0" lvl="5" indent="-279400" algn="l" rtl="0">
              <a:lnSpc>
                <a:spcPct val="115000"/>
              </a:lnSpc>
              <a:spcBef>
                <a:spcPts val="0"/>
              </a:spcBef>
              <a:spcAft>
                <a:spcPts val="0"/>
              </a:spcAft>
              <a:buClr>
                <a:schemeClr val="dk1"/>
              </a:buClr>
              <a:buSzPts val="800"/>
              <a:buFont typeface="Outfit"/>
              <a:buChar char="▴"/>
              <a:defRPr sz="500" i="0" u="none" strike="noStrike" cap="none">
                <a:solidFill>
                  <a:schemeClr val="dk1"/>
                </a:solidFill>
                <a:latin typeface="Outfit"/>
                <a:ea typeface="Outfit"/>
                <a:cs typeface="Outfit"/>
                <a:sym typeface="Outfit"/>
              </a:defRPr>
            </a:lvl6pPr>
            <a:lvl7pPr marL="3200400" marR="0" lvl="6" indent="-247650" algn="l" rtl="0">
              <a:lnSpc>
                <a:spcPct val="115000"/>
              </a:lnSpc>
              <a:spcBef>
                <a:spcPts val="0"/>
              </a:spcBef>
              <a:spcAft>
                <a:spcPts val="0"/>
              </a:spcAft>
              <a:buClr>
                <a:schemeClr val="dk1"/>
              </a:buClr>
              <a:buSzPts val="300"/>
              <a:buFont typeface="Outfit"/>
              <a:buChar char="△"/>
              <a:defRPr sz="400" i="0" u="none" strike="noStrike" cap="none">
                <a:solidFill>
                  <a:schemeClr val="dk1"/>
                </a:solidFill>
                <a:latin typeface="Outfit"/>
                <a:ea typeface="Outfit"/>
                <a:cs typeface="Outfit"/>
                <a:sym typeface="Outfit"/>
              </a:defRPr>
            </a:lvl7pPr>
            <a:lvl8pPr marL="3657600" marR="0" lvl="7" indent="-254000" algn="l" rtl="0">
              <a:lnSpc>
                <a:spcPct val="115000"/>
              </a:lnSpc>
              <a:spcBef>
                <a:spcPts val="0"/>
              </a:spcBef>
              <a:spcAft>
                <a:spcPts val="0"/>
              </a:spcAft>
              <a:buClr>
                <a:schemeClr val="dk1"/>
              </a:buClr>
              <a:buSzPts val="400"/>
              <a:buFont typeface="Outfit"/>
              <a:buChar char="○"/>
              <a:defRPr sz="400" i="0" u="none" strike="noStrike" cap="none">
                <a:solidFill>
                  <a:schemeClr val="dk1"/>
                </a:solidFill>
                <a:latin typeface="Outfit"/>
                <a:ea typeface="Outfit"/>
                <a:cs typeface="Outfit"/>
                <a:sym typeface="Outfit"/>
              </a:defRPr>
            </a:lvl8pPr>
            <a:lvl9pPr marL="4114800" marR="0" lvl="8" indent="-254000" algn="l" rtl="0">
              <a:lnSpc>
                <a:spcPct val="115000"/>
              </a:lnSpc>
              <a:spcBef>
                <a:spcPts val="0"/>
              </a:spcBef>
              <a:spcAft>
                <a:spcPts val="0"/>
              </a:spcAft>
              <a:buClr>
                <a:schemeClr val="dk1"/>
              </a:buClr>
              <a:buSzPts val="400"/>
              <a:buFont typeface="Outfit"/>
              <a:buChar char="○"/>
              <a:defRPr sz="400" i="0" u="none" strike="noStrike" cap="none">
                <a:solidFill>
                  <a:schemeClr val="dk1"/>
                </a:solidFill>
                <a:latin typeface="Outfit"/>
                <a:ea typeface="Outfit"/>
                <a:cs typeface="Outfit"/>
                <a:sym typeface="Outfit"/>
              </a:defRPr>
            </a:lvl9pPr>
          </a:lstStyle>
          <a:p>
            <a:endParaRPr/>
          </a:p>
        </p:txBody>
      </p:sp>
      <p:sp>
        <p:nvSpPr>
          <p:cNvPr id="723" name="Google Shape;723;p43"/>
          <p:cNvSpPr txBox="1">
            <a:spLocks noGrp="1"/>
          </p:cNvSpPr>
          <p:nvPr>
            <p:ph type="body" idx="2"/>
          </p:nvPr>
        </p:nvSpPr>
        <p:spPr>
          <a:xfrm>
            <a:off x="6076950" y="2200275"/>
            <a:ext cx="1699500" cy="20859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00000"/>
              </a:lnSpc>
              <a:spcBef>
                <a:spcPts val="0"/>
              </a:spcBef>
              <a:spcAft>
                <a:spcPts val="0"/>
              </a:spcAft>
              <a:buClr>
                <a:schemeClr val="dk1"/>
              </a:buClr>
              <a:buSzPts val="1900"/>
              <a:buFont typeface="Outfit SemiBold"/>
              <a:buNone/>
              <a:defRPr sz="1900" i="0" u="none" strike="noStrike" cap="none">
                <a:latin typeface="Outfit SemiBold"/>
                <a:ea typeface="Outfit SemiBold"/>
                <a:cs typeface="Outfit SemiBold"/>
                <a:sym typeface="Outfit SemiBold"/>
              </a:defRPr>
            </a:lvl1pPr>
            <a:lvl2pPr marL="914400" marR="0" lvl="1" indent="-228600" algn="l" rtl="0">
              <a:lnSpc>
                <a:spcPct val="100000"/>
              </a:lnSpc>
              <a:spcBef>
                <a:spcPts val="0"/>
              </a:spcBef>
              <a:spcAft>
                <a:spcPts val="0"/>
              </a:spcAft>
              <a:buClr>
                <a:schemeClr val="dk1"/>
              </a:buClr>
              <a:buSzPts val="1400"/>
              <a:buFont typeface="Century Gothic"/>
              <a:buNone/>
              <a:defRPr/>
            </a:lvl2pPr>
            <a:lvl3pPr marL="1371600" marR="0" lvl="2" indent="-228600" algn="l" rtl="0">
              <a:lnSpc>
                <a:spcPct val="100000"/>
              </a:lnSpc>
              <a:spcBef>
                <a:spcPts val="0"/>
              </a:spcBef>
              <a:spcAft>
                <a:spcPts val="0"/>
              </a:spcAft>
              <a:buSzPts val="1400"/>
              <a:buFont typeface="Century Gothic"/>
              <a:buNone/>
              <a:defRPr/>
            </a:lvl3pPr>
            <a:lvl4pPr marL="1828800" marR="0" lvl="3" indent="-228600" algn="l" rtl="0">
              <a:lnSpc>
                <a:spcPct val="100000"/>
              </a:lnSpc>
              <a:spcBef>
                <a:spcPts val="0"/>
              </a:spcBef>
              <a:spcAft>
                <a:spcPts val="0"/>
              </a:spcAft>
              <a:buSzPts val="1400"/>
              <a:buFont typeface="Century Gothic"/>
              <a:buNone/>
              <a:defRPr/>
            </a:lvl4pPr>
            <a:lvl5pPr marL="2286000" marR="0" lvl="4" indent="-228600" algn="l" rtl="0">
              <a:lnSpc>
                <a:spcPct val="100000"/>
              </a:lnSpc>
              <a:spcBef>
                <a:spcPts val="0"/>
              </a:spcBef>
              <a:spcAft>
                <a:spcPts val="0"/>
              </a:spcAft>
              <a:buSzPts val="1400"/>
              <a:buFont typeface="Century Gothic"/>
              <a:buNone/>
              <a:defRPr/>
            </a:lvl5pPr>
            <a:lvl6pPr marL="2743200" marR="0" lvl="5" indent="-228600" algn="l" rtl="0">
              <a:lnSpc>
                <a:spcPct val="100000"/>
              </a:lnSpc>
              <a:spcBef>
                <a:spcPts val="0"/>
              </a:spcBef>
              <a:spcAft>
                <a:spcPts val="0"/>
              </a:spcAft>
              <a:buSzPts val="1400"/>
              <a:buFont typeface="Century Gothic"/>
              <a:buNone/>
              <a:defRPr/>
            </a:lvl6pPr>
            <a:lvl7pPr marL="3200400" marR="0" lvl="6" indent="-228600" algn="l" rtl="0">
              <a:lnSpc>
                <a:spcPct val="100000"/>
              </a:lnSpc>
              <a:spcBef>
                <a:spcPts val="0"/>
              </a:spcBef>
              <a:spcAft>
                <a:spcPts val="0"/>
              </a:spcAft>
              <a:buSzPts val="1400"/>
              <a:buFont typeface="Century Gothic"/>
              <a:buNone/>
              <a:defRPr/>
            </a:lvl7pPr>
            <a:lvl8pPr marL="3657600" marR="0" lvl="7" indent="-228600" algn="l" rtl="0">
              <a:lnSpc>
                <a:spcPct val="100000"/>
              </a:lnSpc>
              <a:spcBef>
                <a:spcPts val="0"/>
              </a:spcBef>
              <a:spcAft>
                <a:spcPts val="0"/>
              </a:spcAft>
              <a:buSzPts val="1400"/>
              <a:buFont typeface="Century Gothic"/>
              <a:buNone/>
              <a:defRPr/>
            </a:lvl8pPr>
            <a:lvl9pPr marL="4114800" marR="0" lvl="8" indent="-228600" algn="l" rtl="0">
              <a:lnSpc>
                <a:spcPct val="100000"/>
              </a:lnSpc>
              <a:spcBef>
                <a:spcPts val="0"/>
              </a:spcBef>
              <a:spcAft>
                <a:spcPts val="0"/>
              </a:spcAft>
              <a:buSzPts val="1400"/>
              <a:buFont typeface="Century Gothic"/>
              <a:buNone/>
              <a:defRPr/>
            </a:lvl9pPr>
          </a:lstStyle>
          <a:p>
            <a:endParaRPr/>
          </a:p>
        </p:txBody>
      </p:sp>
      <p:sp>
        <p:nvSpPr>
          <p:cNvPr id="724" name="Google Shape;724;p43"/>
          <p:cNvSpPr/>
          <p:nvPr/>
        </p:nvSpPr>
        <p:spPr>
          <a:xfrm>
            <a:off x="5754900" y="1694025"/>
            <a:ext cx="2324700" cy="3169800"/>
          </a:xfrm>
          <a:prstGeom prst="round2Diag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25" name="Google Shape;725;p43"/>
          <p:cNvGrpSpPr/>
          <p:nvPr/>
        </p:nvGrpSpPr>
        <p:grpSpPr>
          <a:xfrm>
            <a:off x="276303" y="292130"/>
            <a:ext cx="8682472" cy="4588395"/>
            <a:chOff x="276303" y="292130"/>
            <a:chExt cx="8682472" cy="4588395"/>
          </a:xfrm>
        </p:grpSpPr>
        <p:grpSp>
          <p:nvGrpSpPr>
            <p:cNvPr id="726" name="Google Shape;726;p43"/>
            <p:cNvGrpSpPr/>
            <p:nvPr/>
          </p:nvGrpSpPr>
          <p:grpSpPr>
            <a:xfrm>
              <a:off x="276303" y="292130"/>
              <a:ext cx="170063" cy="166438"/>
              <a:chOff x="6838242" y="518225"/>
              <a:chExt cx="1247708" cy="1221114"/>
            </a:xfrm>
          </p:grpSpPr>
          <p:sp>
            <p:nvSpPr>
              <p:cNvPr id="727" name="Google Shape;727;p43"/>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3"/>
              <p:cNvSpPr/>
              <p:nvPr/>
            </p:nvSpPr>
            <p:spPr>
              <a:xfrm>
                <a:off x="6838242" y="539639"/>
                <a:ext cx="1200000" cy="1199700"/>
              </a:xfrm>
              <a:prstGeom prst="donut">
                <a:avLst>
                  <a:gd name="adj" fmla="val 2091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3"/>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30" name="Google Shape;730;p43"/>
            <p:cNvCxnSpPr>
              <a:stCxn id="731" idx="2"/>
            </p:cNvCxnSpPr>
            <p:nvPr/>
          </p:nvCxnSpPr>
          <p:spPr>
            <a:xfrm>
              <a:off x="8676034" y="4864643"/>
              <a:ext cx="191400" cy="0"/>
            </a:xfrm>
            <a:prstGeom prst="straightConnector1">
              <a:avLst/>
            </a:prstGeom>
            <a:noFill/>
            <a:ln w="9525" cap="flat" cmpd="sng">
              <a:solidFill>
                <a:schemeClr val="dk1"/>
              </a:solidFill>
              <a:prstDash val="solid"/>
              <a:round/>
              <a:headEnd type="none" w="med" len="med"/>
              <a:tailEnd type="none" w="med" len="med"/>
            </a:ln>
          </p:spPr>
        </p:cxnSp>
        <p:sp>
          <p:nvSpPr>
            <p:cNvPr id="732" name="Google Shape;732;p43"/>
            <p:cNvSpPr/>
            <p:nvPr/>
          </p:nvSpPr>
          <p:spPr>
            <a:xfrm>
              <a:off x="8662728" y="4667715"/>
              <a:ext cx="200700" cy="196200"/>
            </a:xfrm>
            <a:prstGeom prst="arc">
              <a:avLst>
                <a:gd name="adj1" fmla="val 16241889"/>
                <a:gd name="adj2" fmla="val 16731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3" name="Google Shape;733;p43"/>
            <p:cNvCxnSpPr>
              <a:endCxn id="732" idx="2"/>
            </p:cNvCxnSpPr>
            <p:nvPr/>
          </p:nvCxnSpPr>
          <p:spPr>
            <a:xfrm rot="10800000">
              <a:off x="8863303" y="4770696"/>
              <a:ext cx="0" cy="98400"/>
            </a:xfrm>
            <a:prstGeom prst="straightConnector1">
              <a:avLst/>
            </a:prstGeom>
            <a:noFill/>
            <a:ln w="9525" cap="flat" cmpd="sng">
              <a:solidFill>
                <a:schemeClr val="dk1"/>
              </a:solidFill>
              <a:prstDash val="solid"/>
              <a:round/>
              <a:headEnd type="none" w="med" len="med"/>
              <a:tailEnd type="none" w="med" len="med"/>
            </a:ln>
          </p:spPr>
        </p:cxnSp>
        <p:sp>
          <p:nvSpPr>
            <p:cNvPr id="734" name="Google Shape;734;p43"/>
            <p:cNvSpPr/>
            <p:nvPr/>
          </p:nvSpPr>
          <p:spPr>
            <a:xfrm rot="-5400000">
              <a:off x="8575218" y="4670051"/>
              <a:ext cx="200700" cy="196200"/>
            </a:xfrm>
            <a:prstGeom prst="arc">
              <a:avLst>
                <a:gd name="adj1" fmla="val 16241889"/>
                <a:gd name="adj2" fmla="val 11524"/>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3"/>
            <p:cNvSpPr/>
            <p:nvPr/>
          </p:nvSpPr>
          <p:spPr>
            <a:xfrm rot="-5400000" flipH="1">
              <a:off x="8575218" y="4666195"/>
              <a:ext cx="200700" cy="196200"/>
            </a:xfrm>
            <a:prstGeom prst="arc">
              <a:avLst>
                <a:gd name="adj1" fmla="val 16241889"/>
                <a:gd name="adj2" fmla="val 1597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35" name="Google Shape;735;p43"/>
            <p:cNvCxnSpPr>
              <a:stCxn id="734" idx="2"/>
              <a:endCxn id="732" idx="0"/>
            </p:cNvCxnSpPr>
            <p:nvPr/>
          </p:nvCxnSpPr>
          <p:spPr>
            <a:xfrm>
              <a:off x="8675905" y="4667801"/>
              <a:ext cx="88500" cy="0"/>
            </a:xfrm>
            <a:prstGeom prst="straightConnector1">
              <a:avLst/>
            </a:prstGeom>
            <a:noFill/>
            <a:ln w="9525" cap="flat" cmpd="sng">
              <a:solidFill>
                <a:schemeClr val="dk1"/>
              </a:solidFill>
              <a:prstDash val="solid"/>
              <a:round/>
              <a:headEnd type="none" w="med" len="med"/>
              <a:tailEnd type="none" w="med" len="med"/>
            </a:ln>
          </p:spPr>
        </p:cxnSp>
        <p:sp>
          <p:nvSpPr>
            <p:cNvPr id="736" name="Google Shape;736;p43"/>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Century Gothic"/>
                <a:buNone/>
              </a:pPr>
              <a:r>
                <a:rPr lang="en" sz="800">
                  <a:solidFill>
                    <a:srgbClr val="00D2DD"/>
                  </a:solidFill>
                  <a:latin typeface="Outfit SemiBold"/>
                  <a:ea typeface="Outfit SemiBold"/>
                  <a:cs typeface="Outfit SemiBold"/>
                  <a:sym typeface="Outfit SemiBold"/>
                </a:rPr>
                <a:t>.</a:t>
              </a:r>
              <a:fld id="{00000000-1234-1234-1234-123412341234}" type="slidenum">
                <a:rPr lang="en" sz="800" i="0" u="none" strike="noStrike" cap="none">
                  <a:solidFill>
                    <a:schemeClr val="dk1"/>
                  </a:solidFill>
                  <a:latin typeface="Outfit SemiBold"/>
                  <a:ea typeface="Outfit SemiBold"/>
                  <a:cs typeface="Outfit SemiBold"/>
                  <a:sym typeface="Outfit SemiBold"/>
                </a:rPr>
                <a:t>‹#›</a:t>
              </a:fld>
              <a:endParaRPr sz="800" i="0" u="none" strike="noStrike" cap="none">
                <a:solidFill>
                  <a:schemeClr val="dk1"/>
                </a:solidFill>
                <a:latin typeface="Outfit SemiBold"/>
                <a:ea typeface="Outfit SemiBold"/>
                <a:cs typeface="Outfit SemiBold"/>
                <a:sym typeface="Outfit SemiBold"/>
              </a:endParaRPr>
            </a:p>
          </p:txBody>
        </p:sp>
      </p:grpSp>
      <p:sp>
        <p:nvSpPr>
          <p:cNvPr id="737" name="Google Shape;737;p43"/>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66 - Titre, sous-titre, contenu, visuel à droite et bloc conclu 1">
  <p:cSld name="66 - Titre, sous-titre, contenu, visuel à droite et bloc conclu - cadre blanc_1">
    <p:spTree>
      <p:nvGrpSpPr>
        <p:cNvPr id="1" name="Shape 738"/>
        <p:cNvGrpSpPr/>
        <p:nvPr/>
      </p:nvGrpSpPr>
      <p:grpSpPr>
        <a:xfrm>
          <a:off x="0" y="0"/>
          <a:ext cx="0" cy="0"/>
          <a:chOff x="0" y="0"/>
          <a:chExt cx="0" cy="0"/>
        </a:xfrm>
      </p:grpSpPr>
      <p:sp>
        <p:nvSpPr>
          <p:cNvPr id="739" name="Google Shape;739;p44"/>
          <p:cNvSpPr txBox="1">
            <a:spLocks noGrp="1"/>
          </p:cNvSpPr>
          <p:nvPr>
            <p:ph type="title"/>
          </p:nvPr>
        </p:nvSpPr>
        <p:spPr>
          <a:xfrm>
            <a:off x="562825" y="361400"/>
            <a:ext cx="47904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740" name="Google Shape;740;p44"/>
          <p:cNvSpPr txBox="1">
            <a:spLocks noGrp="1"/>
          </p:cNvSpPr>
          <p:nvPr>
            <p:ph type="subTitle" idx="1"/>
          </p:nvPr>
        </p:nvSpPr>
        <p:spPr>
          <a:xfrm>
            <a:off x="562825" y="840675"/>
            <a:ext cx="4790400" cy="324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300"/>
              <a:buFont typeface="Outfit"/>
              <a:buNone/>
              <a:defRPr sz="130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accent6"/>
              </a:buClr>
              <a:buSzPts val="1200"/>
              <a:buFont typeface="Century Gothic"/>
              <a:buChar char="&gt;"/>
              <a:defRPr sz="12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chemeClr val="accent6"/>
              </a:buClr>
              <a:buSzPts val="1000"/>
              <a:buFont typeface="Century Gothic"/>
              <a:buChar char="+"/>
              <a:defRPr sz="10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chemeClr val="accent6"/>
              </a:buClr>
              <a:buSzPts val="900"/>
              <a:buFont typeface="Courier New"/>
              <a:buChar char="o"/>
              <a:defRPr sz="9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chemeClr val="accent6"/>
              </a:buClr>
              <a:buSzPts val="800"/>
              <a:buFont typeface="Century Gothic"/>
              <a:buChar char="○"/>
              <a:defRPr sz="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chemeClr val="accent6"/>
              </a:buClr>
              <a:buSzPts val="700"/>
              <a:buFont typeface="Century Gothic"/>
              <a:buChar char="○"/>
              <a:defRPr sz="7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chemeClr val="accent6"/>
              </a:buClr>
              <a:buSzPts val="600"/>
              <a:buFont typeface="Century Gothic"/>
              <a:buChar char="○"/>
              <a:defRPr sz="600" b="0" i="0" u="none" strike="noStrike" cap="none">
                <a:solidFill>
                  <a:schemeClr val="accent6"/>
                </a:solidFill>
                <a:latin typeface="Century Gothic"/>
                <a:ea typeface="Century Gothic"/>
                <a:cs typeface="Century Gothic"/>
                <a:sym typeface="Century Gothic"/>
              </a:defRPr>
            </a:lvl9pPr>
          </a:lstStyle>
          <a:p>
            <a:endParaRPr/>
          </a:p>
        </p:txBody>
      </p:sp>
      <p:sp>
        <p:nvSpPr>
          <p:cNvPr id="741" name="Google Shape;741;p44"/>
          <p:cNvSpPr txBox="1">
            <a:spLocks noGrp="1"/>
          </p:cNvSpPr>
          <p:nvPr>
            <p:ph type="body" idx="2"/>
          </p:nvPr>
        </p:nvSpPr>
        <p:spPr>
          <a:xfrm>
            <a:off x="562825" y="1273150"/>
            <a:ext cx="4790400" cy="3596100"/>
          </a:xfrm>
          <a:prstGeom prst="rect">
            <a:avLst/>
          </a:prstGeom>
          <a:noFill/>
          <a:ln>
            <a:noFill/>
          </a:ln>
        </p:spPr>
        <p:txBody>
          <a:bodyPr spcFirstLastPara="1" wrap="square" lIns="0" tIns="180000" rIns="91425" bIns="91425" anchor="ctr" anchorCtr="0">
            <a:normAutofit/>
          </a:bodyPr>
          <a:lstStyle>
            <a:lvl1pPr marL="457200" marR="0" lvl="0" indent="-317500" algn="l" rtl="0">
              <a:lnSpc>
                <a:spcPct val="115000"/>
              </a:lnSpc>
              <a:spcBef>
                <a:spcPts val="0"/>
              </a:spcBef>
              <a:spcAft>
                <a:spcPts val="0"/>
              </a:spcAft>
              <a:buClr>
                <a:srgbClr val="00D2DD"/>
              </a:buClr>
              <a:buSzPts val="1400"/>
              <a:buFont typeface="Outfit"/>
              <a:buChar char="●"/>
              <a:defRPr i="0" u="none" strike="noStrike" cap="none">
                <a:solidFill>
                  <a:schemeClr val="dk1"/>
                </a:solidFill>
                <a:latin typeface="Outfit"/>
                <a:ea typeface="Outfit"/>
                <a:cs typeface="Outfit"/>
                <a:sym typeface="Outfit"/>
              </a:defRPr>
            </a:lvl1pPr>
            <a:lvl2pPr marL="914400" marR="0" lvl="1" indent="-317500" algn="l" rtl="0">
              <a:lnSpc>
                <a:spcPct val="115000"/>
              </a:lnSpc>
              <a:spcBef>
                <a:spcPts val="0"/>
              </a:spcBef>
              <a:spcAft>
                <a:spcPts val="0"/>
              </a:spcAft>
              <a:buClr>
                <a:srgbClr val="00D2DD"/>
              </a:buClr>
              <a:buSzPts val="1400"/>
              <a:buFont typeface="Outfit"/>
              <a:buChar char="○"/>
              <a:defRPr i="0" u="none" strike="noStrike" cap="none">
                <a:solidFill>
                  <a:schemeClr val="dk1"/>
                </a:solidFill>
                <a:latin typeface="Outfit"/>
                <a:ea typeface="Outfit"/>
                <a:cs typeface="Outfit"/>
                <a:sym typeface="Outfit"/>
              </a:defRPr>
            </a:lvl2pPr>
            <a:lvl3pPr marL="1371600" marR="0" lvl="2" indent="-279400" algn="l" rtl="0">
              <a:lnSpc>
                <a:spcPct val="115000"/>
              </a:lnSpc>
              <a:spcBef>
                <a:spcPts val="0"/>
              </a:spcBef>
              <a:spcAft>
                <a:spcPts val="0"/>
              </a:spcAft>
              <a:buClr>
                <a:schemeClr val="dk1"/>
              </a:buClr>
              <a:buSzPts val="800"/>
              <a:buFont typeface="Outfit"/>
              <a:buChar char="■"/>
              <a:defRPr i="0" u="none" strike="noStrike" cap="none">
                <a:solidFill>
                  <a:schemeClr val="dk1"/>
                </a:solidFill>
                <a:latin typeface="Outfit"/>
                <a:ea typeface="Outfit"/>
                <a:cs typeface="Outfit"/>
                <a:sym typeface="Outfit"/>
              </a:defRPr>
            </a:lvl3pPr>
            <a:lvl4pPr marL="1828800" marR="0" lvl="3" indent="-317500" algn="l" rtl="0">
              <a:lnSpc>
                <a:spcPct val="115000"/>
              </a:lnSpc>
              <a:spcBef>
                <a:spcPts val="0"/>
              </a:spcBef>
              <a:spcAft>
                <a:spcPts val="0"/>
              </a:spcAft>
              <a:buClr>
                <a:schemeClr val="dk1"/>
              </a:buClr>
              <a:buSzPts val="1400"/>
              <a:buFont typeface="Outfit"/>
              <a:buChar char="○"/>
              <a:defRPr i="0" u="none" strike="noStrike" cap="none">
                <a:solidFill>
                  <a:schemeClr val="dk1"/>
                </a:solidFill>
                <a:latin typeface="Outfit"/>
                <a:ea typeface="Outfit"/>
                <a:cs typeface="Outfit"/>
                <a:sym typeface="Outfit"/>
              </a:defRPr>
            </a:lvl4pPr>
            <a:lvl5pPr marL="2286000" marR="0" lvl="4" indent="-317500" algn="l" rtl="0">
              <a:lnSpc>
                <a:spcPct val="115000"/>
              </a:lnSpc>
              <a:spcBef>
                <a:spcPts val="0"/>
              </a:spcBef>
              <a:spcAft>
                <a:spcPts val="0"/>
              </a:spcAft>
              <a:buClr>
                <a:schemeClr val="dk1"/>
              </a:buClr>
              <a:buSzPts val="1400"/>
              <a:buFont typeface="Outfit"/>
              <a:buChar char="○"/>
              <a:defRPr i="0" u="none" strike="noStrike" cap="none">
                <a:solidFill>
                  <a:schemeClr val="dk1"/>
                </a:solidFill>
                <a:latin typeface="Outfit"/>
                <a:ea typeface="Outfit"/>
                <a:cs typeface="Outfit"/>
                <a:sym typeface="Outfit"/>
              </a:defRPr>
            </a:lvl5pPr>
            <a:lvl6pPr marL="2743200" marR="0" lvl="5" indent="-254000" algn="l" rtl="0">
              <a:lnSpc>
                <a:spcPct val="115000"/>
              </a:lnSpc>
              <a:spcBef>
                <a:spcPts val="0"/>
              </a:spcBef>
              <a:spcAft>
                <a:spcPts val="0"/>
              </a:spcAft>
              <a:buClr>
                <a:schemeClr val="dk1"/>
              </a:buClr>
              <a:buSzPts val="400"/>
              <a:buFont typeface="Outfit"/>
              <a:buChar char="■"/>
              <a:defRPr i="0" u="none" strike="noStrike" cap="none">
                <a:solidFill>
                  <a:schemeClr val="dk1"/>
                </a:solidFill>
                <a:latin typeface="Outfit"/>
                <a:ea typeface="Outfit"/>
                <a:cs typeface="Outfit"/>
                <a:sym typeface="Outfit"/>
              </a:defRPr>
            </a:lvl6pPr>
            <a:lvl7pPr marL="3200400" marR="0" lvl="6" indent="-317500" algn="l" rtl="0">
              <a:lnSpc>
                <a:spcPct val="115000"/>
              </a:lnSpc>
              <a:spcBef>
                <a:spcPts val="0"/>
              </a:spcBef>
              <a:spcAft>
                <a:spcPts val="0"/>
              </a:spcAft>
              <a:buClr>
                <a:schemeClr val="dk1"/>
              </a:buClr>
              <a:buSzPts val="1400"/>
              <a:buFont typeface="Outfit"/>
              <a:buChar char="●"/>
              <a:defRPr i="0" u="none" strike="noStrike" cap="none">
                <a:solidFill>
                  <a:schemeClr val="dk1"/>
                </a:solidFill>
                <a:latin typeface="Outfit"/>
                <a:ea typeface="Outfit"/>
                <a:cs typeface="Outfit"/>
                <a:sym typeface="Outfit"/>
              </a:defRPr>
            </a:lvl7pPr>
            <a:lvl8pPr marL="3657600" marR="0" lvl="7" indent="-247650" algn="l" rtl="0">
              <a:lnSpc>
                <a:spcPct val="115000"/>
              </a:lnSpc>
              <a:spcBef>
                <a:spcPts val="0"/>
              </a:spcBef>
              <a:spcAft>
                <a:spcPts val="0"/>
              </a:spcAft>
              <a:buClr>
                <a:schemeClr val="dk1"/>
              </a:buClr>
              <a:buSzPts val="300"/>
              <a:buFont typeface="Outfit"/>
              <a:buChar char="○"/>
              <a:defRPr i="0" u="none" strike="noStrike" cap="none">
                <a:solidFill>
                  <a:schemeClr val="dk1"/>
                </a:solidFill>
                <a:latin typeface="Outfit"/>
                <a:ea typeface="Outfit"/>
                <a:cs typeface="Outfit"/>
                <a:sym typeface="Outfit"/>
              </a:defRPr>
            </a:lvl8pPr>
            <a:lvl9pPr marL="4114800" marR="0" lvl="8" indent="-247650" algn="l" rtl="0">
              <a:lnSpc>
                <a:spcPct val="115000"/>
              </a:lnSpc>
              <a:spcBef>
                <a:spcPts val="0"/>
              </a:spcBef>
              <a:spcAft>
                <a:spcPts val="0"/>
              </a:spcAft>
              <a:buClr>
                <a:schemeClr val="dk1"/>
              </a:buClr>
              <a:buSzPts val="300"/>
              <a:buFont typeface="Outfit"/>
              <a:buChar char="■"/>
              <a:defRPr i="0" u="none" strike="noStrike" cap="none">
                <a:solidFill>
                  <a:schemeClr val="dk1"/>
                </a:solidFill>
                <a:latin typeface="Outfit"/>
                <a:ea typeface="Outfit"/>
                <a:cs typeface="Outfit"/>
                <a:sym typeface="Outfit"/>
              </a:defRPr>
            </a:lvl9pPr>
          </a:lstStyle>
          <a:p>
            <a:endParaRPr/>
          </a:p>
        </p:txBody>
      </p:sp>
      <p:sp>
        <p:nvSpPr>
          <p:cNvPr id="742" name="Google Shape;742;p44"/>
          <p:cNvSpPr txBox="1">
            <a:spLocks noGrp="1"/>
          </p:cNvSpPr>
          <p:nvPr>
            <p:ph type="body" idx="3"/>
          </p:nvPr>
        </p:nvSpPr>
        <p:spPr>
          <a:xfrm>
            <a:off x="6076950" y="2200275"/>
            <a:ext cx="1699500" cy="2085900"/>
          </a:xfrm>
          <a:prstGeom prst="rect">
            <a:avLst/>
          </a:prstGeom>
          <a:noFill/>
          <a:ln>
            <a:noFill/>
          </a:ln>
        </p:spPr>
        <p:txBody>
          <a:bodyPr spcFirstLastPara="1" wrap="square" lIns="0" tIns="91425" rIns="91425" bIns="91425" anchor="ctr" anchorCtr="0">
            <a:noAutofit/>
          </a:bodyPr>
          <a:lstStyle>
            <a:lvl1pPr marL="457200" marR="0" lvl="0" indent="-228600" algn="l" rtl="0">
              <a:lnSpc>
                <a:spcPct val="100000"/>
              </a:lnSpc>
              <a:spcBef>
                <a:spcPts val="0"/>
              </a:spcBef>
              <a:spcAft>
                <a:spcPts val="0"/>
              </a:spcAft>
              <a:buClr>
                <a:schemeClr val="dk1"/>
              </a:buClr>
              <a:buSzPts val="1900"/>
              <a:buFont typeface="Outfit SemiBold"/>
              <a:buNone/>
              <a:defRPr sz="1900" i="0" u="none" strike="noStrike" cap="none">
                <a:solidFill>
                  <a:schemeClr val="dk1"/>
                </a:solidFill>
                <a:latin typeface="Outfit SemiBold"/>
                <a:ea typeface="Outfit SemiBold"/>
                <a:cs typeface="Outfit SemiBold"/>
                <a:sym typeface="Outfit SemiBold"/>
              </a:defRPr>
            </a:lvl1pPr>
            <a:lvl2pPr marL="914400" marR="0" lvl="1"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2pPr>
            <a:lvl3pPr marL="1371600" marR="0" lvl="2"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3pPr>
            <a:lvl4pPr marL="1828800" marR="0" lvl="3"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4pPr>
            <a:lvl5pPr marL="2286000" marR="0" lvl="4"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5pPr>
            <a:lvl6pPr marL="2743200" marR="0" lvl="5"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6pPr>
            <a:lvl7pPr marL="3200400" marR="0" lvl="6"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7pPr>
            <a:lvl8pPr marL="3657600" marR="0" lvl="7"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8pPr>
            <a:lvl9pPr marL="4114800" marR="0" lvl="8" indent="-228600" algn="l" rtl="0">
              <a:lnSpc>
                <a:spcPct val="100000"/>
              </a:lnSpc>
              <a:spcBef>
                <a:spcPts val="0"/>
              </a:spcBef>
              <a:spcAft>
                <a:spcPts val="0"/>
              </a:spcAft>
              <a:buClr>
                <a:schemeClr val="dk1"/>
              </a:buClr>
              <a:buSzPts val="1400"/>
              <a:buFont typeface="Outfit"/>
              <a:buNone/>
              <a:defRPr>
                <a:solidFill>
                  <a:schemeClr val="dk1"/>
                </a:solidFill>
                <a:latin typeface="Outfit"/>
                <a:ea typeface="Outfit"/>
                <a:cs typeface="Outfit"/>
                <a:sym typeface="Outfit"/>
              </a:defRPr>
            </a:lvl9pPr>
          </a:lstStyle>
          <a:p>
            <a:endParaRPr/>
          </a:p>
        </p:txBody>
      </p:sp>
      <p:sp>
        <p:nvSpPr>
          <p:cNvPr id="743" name="Google Shape;743;p44"/>
          <p:cNvSpPr/>
          <p:nvPr/>
        </p:nvSpPr>
        <p:spPr>
          <a:xfrm rot="10800000">
            <a:off x="7475475" y="301725"/>
            <a:ext cx="1392300" cy="1392300"/>
          </a:xfrm>
          <a:prstGeom prst="teardrop">
            <a:avLst>
              <a:gd name="adj" fmla="val 10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44" name="Google Shape;744;p44"/>
          <p:cNvSpPr/>
          <p:nvPr/>
        </p:nvSpPr>
        <p:spPr>
          <a:xfrm>
            <a:off x="5754900" y="1694025"/>
            <a:ext cx="2324700" cy="3169800"/>
          </a:xfrm>
          <a:prstGeom prst="round2DiagRect">
            <a:avLst>
              <a:gd name="adj1" fmla="val 50000"/>
              <a:gd name="adj2" fmla="val 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745" name="Google Shape;745;p44"/>
          <p:cNvGrpSpPr/>
          <p:nvPr/>
        </p:nvGrpSpPr>
        <p:grpSpPr>
          <a:xfrm>
            <a:off x="276303" y="292130"/>
            <a:ext cx="8682472" cy="4588395"/>
            <a:chOff x="276303" y="292130"/>
            <a:chExt cx="8682472" cy="4588395"/>
          </a:xfrm>
        </p:grpSpPr>
        <p:grpSp>
          <p:nvGrpSpPr>
            <p:cNvPr id="746" name="Google Shape;746;p44"/>
            <p:cNvGrpSpPr/>
            <p:nvPr/>
          </p:nvGrpSpPr>
          <p:grpSpPr>
            <a:xfrm>
              <a:off x="276303" y="292130"/>
              <a:ext cx="170063" cy="166438"/>
              <a:chOff x="6838242" y="518225"/>
              <a:chExt cx="1247708" cy="1221114"/>
            </a:xfrm>
          </p:grpSpPr>
          <p:sp>
            <p:nvSpPr>
              <p:cNvPr id="747" name="Google Shape;747;p44"/>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44"/>
              <p:cNvSpPr/>
              <p:nvPr/>
            </p:nvSpPr>
            <p:spPr>
              <a:xfrm>
                <a:off x="6838242" y="539639"/>
                <a:ext cx="1200000" cy="1199700"/>
              </a:xfrm>
              <a:prstGeom prst="donut">
                <a:avLst>
                  <a:gd name="adj" fmla="val 20918"/>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4"/>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0" name="Google Shape;750;p44"/>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Century Gothic"/>
                <a:buNone/>
              </a:pPr>
              <a:r>
                <a:rPr lang="en" sz="800">
                  <a:solidFill>
                    <a:srgbClr val="00D2DD"/>
                  </a:solidFill>
                  <a:latin typeface="Outfit SemiBold"/>
                  <a:ea typeface="Outfit SemiBold"/>
                  <a:cs typeface="Outfit SemiBold"/>
                  <a:sym typeface="Outfit SemiBold"/>
                </a:rPr>
                <a:t>.</a:t>
              </a:r>
              <a:fld id="{00000000-1234-1234-1234-123412341234}" type="slidenum">
                <a:rPr lang="en" sz="800" i="0" u="none" strike="noStrike" cap="none">
                  <a:solidFill>
                    <a:schemeClr val="dk1"/>
                  </a:solidFill>
                  <a:latin typeface="Outfit SemiBold"/>
                  <a:ea typeface="Outfit SemiBold"/>
                  <a:cs typeface="Outfit SemiBold"/>
                  <a:sym typeface="Outfit SemiBold"/>
                </a:rPr>
                <a:t>‹#›</a:t>
              </a:fld>
              <a:endParaRPr sz="800" i="0" u="none" strike="noStrike" cap="none">
                <a:solidFill>
                  <a:schemeClr val="dk1"/>
                </a:solidFill>
                <a:latin typeface="Outfit SemiBold"/>
                <a:ea typeface="Outfit SemiBold"/>
                <a:cs typeface="Outfit SemiBold"/>
                <a:sym typeface="Outfit SemiBold"/>
              </a:endParaRPr>
            </a:p>
          </p:txBody>
        </p:sp>
        <p:cxnSp>
          <p:nvCxnSpPr>
            <p:cNvPr id="751" name="Google Shape;751;p44"/>
            <p:cNvCxnSpPr>
              <a:stCxn id="752" idx="2"/>
            </p:cNvCxnSpPr>
            <p:nvPr/>
          </p:nvCxnSpPr>
          <p:spPr>
            <a:xfrm>
              <a:off x="8676034" y="4864643"/>
              <a:ext cx="191400" cy="0"/>
            </a:xfrm>
            <a:prstGeom prst="straightConnector1">
              <a:avLst/>
            </a:prstGeom>
            <a:noFill/>
            <a:ln w="9525" cap="flat" cmpd="sng">
              <a:solidFill>
                <a:schemeClr val="dk1"/>
              </a:solidFill>
              <a:prstDash val="solid"/>
              <a:round/>
              <a:headEnd type="none" w="med" len="med"/>
              <a:tailEnd type="none" w="med" len="med"/>
            </a:ln>
          </p:spPr>
        </p:cxnSp>
        <p:sp>
          <p:nvSpPr>
            <p:cNvPr id="753" name="Google Shape;753;p44"/>
            <p:cNvSpPr/>
            <p:nvPr/>
          </p:nvSpPr>
          <p:spPr>
            <a:xfrm>
              <a:off x="8662728" y="4667715"/>
              <a:ext cx="200700" cy="196200"/>
            </a:xfrm>
            <a:prstGeom prst="arc">
              <a:avLst>
                <a:gd name="adj1" fmla="val 16241889"/>
                <a:gd name="adj2" fmla="val 16731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4" name="Google Shape;754;p44"/>
            <p:cNvCxnSpPr>
              <a:endCxn id="753" idx="2"/>
            </p:cNvCxnSpPr>
            <p:nvPr/>
          </p:nvCxnSpPr>
          <p:spPr>
            <a:xfrm rot="10800000">
              <a:off x="8863303" y="4770696"/>
              <a:ext cx="0" cy="98400"/>
            </a:xfrm>
            <a:prstGeom prst="straightConnector1">
              <a:avLst/>
            </a:prstGeom>
            <a:noFill/>
            <a:ln w="9525" cap="flat" cmpd="sng">
              <a:solidFill>
                <a:schemeClr val="dk1"/>
              </a:solidFill>
              <a:prstDash val="solid"/>
              <a:round/>
              <a:headEnd type="none" w="med" len="med"/>
              <a:tailEnd type="none" w="med" len="med"/>
            </a:ln>
          </p:spPr>
        </p:cxnSp>
        <p:sp>
          <p:nvSpPr>
            <p:cNvPr id="755" name="Google Shape;755;p44"/>
            <p:cNvSpPr/>
            <p:nvPr/>
          </p:nvSpPr>
          <p:spPr>
            <a:xfrm rot="-5400000">
              <a:off x="8575218" y="4670051"/>
              <a:ext cx="200700" cy="196200"/>
            </a:xfrm>
            <a:prstGeom prst="arc">
              <a:avLst>
                <a:gd name="adj1" fmla="val 16241889"/>
                <a:gd name="adj2" fmla="val 11524"/>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4"/>
            <p:cNvSpPr/>
            <p:nvPr/>
          </p:nvSpPr>
          <p:spPr>
            <a:xfrm rot="-5400000" flipH="1">
              <a:off x="8575218" y="4666195"/>
              <a:ext cx="200700" cy="196200"/>
            </a:xfrm>
            <a:prstGeom prst="arc">
              <a:avLst>
                <a:gd name="adj1" fmla="val 16241889"/>
                <a:gd name="adj2" fmla="val 1597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56" name="Google Shape;756;p44"/>
            <p:cNvCxnSpPr>
              <a:stCxn id="755" idx="2"/>
              <a:endCxn id="753" idx="0"/>
            </p:cNvCxnSpPr>
            <p:nvPr/>
          </p:nvCxnSpPr>
          <p:spPr>
            <a:xfrm>
              <a:off x="8675905" y="4667801"/>
              <a:ext cx="88500" cy="0"/>
            </a:xfrm>
            <a:prstGeom prst="straightConnector1">
              <a:avLst/>
            </a:prstGeom>
            <a:noFill/>
            <a:ln w="9525" cap="flat" cmpd="sng">
              <a:solidFill>
                <a:schemeClr val="dk1"/>
              </a:solidFill>
              <a:prstDash val="solid"/>
              <a:round/>
              <a:headEnd type="none" w="med" len="med"/>
              <a:tailEnd type="none" w="med" len="med"/>
            </a:ln>
          </p:spPr>
        </p:cxnSp>
      </p:grpSp>
      <p:sp>
        <p:nvSpPr>
          <p:cNvPr id="757" name="Google Shape;757;p44"/>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03 - Titre et sous-titre 1">
  <p:cSld name="03 - Titre et sous-titre_2">
    <p:spTree>
      <p:nvGrpSpPr>
        <p:cNvPr id="1" name="Shape 758"/>
        <p:cNvGrpSpPr/>
        <p:nvPr/>
      </p:nvGrpSpPr>
      <p:grpSpPr>
        <a:xfrm>
          <a:off x="0" y="0"/>
          <a:ext cx="0" cy="0"/>
          <a:chOff x="0" y="0"/>
          <a:chExt cx="0" cy="0"/>
        </a:xfrm>
      </p:grpSpPr>
      <p:sp>
        <p:nvSpPr>
          <p:cNvPr id="759" name="Google Shape;759;p45"/>
          <p:cNvSpPr txBox="1">
            <a:spLocks noGrp="1"/>
          </p:cNvSpPr>
          <p:nvPr>
            <p:ph type="subTitle" idx="1"/>
          </p:nvPr>
        </p:nvSpPr>
        <p:spPr>
          <a:xfrm>
            <a:off x="571500" y="779171"/>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760" name="Google Shape;760;p45"/>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01 - Titre, sous-titre et contenu 1">
  <p:cSld name="01 - Titre, sous-titre et contenu_1">
    <p:spTree>
      <p:nvGrpSpPr>
        <p:cNvPr id="1" name="Shape 764"/>
        <p:cNvGrpSpPr/>
        <p:nvPr/>
      </p:nvGrpSpPr>
      <p:grpSpPr>
        <a:xfrm>
          <a:off x="0" y="0"/>
          <a:ext cx="0" cy="0"/>
          <a:chOff x="0" y="0"/>
          <a:chExt cx="0" cy="0"/>
        </a:xfrm>
      </p:grpSpPr>
      <p:sp>
        <p:nvSpPr>
          <p:cNvPr id="765" name="Google Shape;765;p47"/>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chemeClr val="dk1"/>
              </a:buClr>
              <a:buSzPts val="1800"/>
              <a:buFont typeface="Outfit SemiBold"/>
              <a:buNone/>
              <a:defRPr sz="1800" i="0" u="none" strike="noStrike" cap="none">
                <a:solidFill>
                  <a:schemeClr val="dk1"/>
                </a:solidFill>
                <a:latin typeface="Outfit SemiBold"/>
                <a:ea typeface="Outfit SemiBold"/>
                <a:cs typeface="Outfit SemiBold"/>
                <a:sym typeface="Outfit SemiBold"/>
              </a:defRPr>
            </a:lvl1pPr>
            <a:lvl2pPr marR="0" lvl="1"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sz="1800" i="0" u="none" strike="noStrike" cap="none">
                <a:solidFill>
                  <a:srgbClr val="000000"/>
                </a:solidFill>
                <a:latin typeface="Outfit"/>
                <a:ea typeface="Outfit"/>
                <a:cs typeface="Outfit"/>
                <a:sym typeface="Outfit"/>
              </a:defRPr>
            </a:lvl9pPr>
          </a:lstStyle>
          <a:p>
            <a:endParaRPr/>
          </a:p>
        </p:txBody>
      </p:sp>
      <p:sp>
        <p:nvSpPr>
          <p:cNvPr id="766" name="Google Shape;766;p47"/>
          <p:cNvSpPr txBox="1">
            <a:spLocks noGrp="1"/>
          </p:cNvSpPr>
          <p:nvPr>
            <p:ph type="subTitle" idx="1"/>
          </p:nvPr>
        </p:nvSpPr>
        <p:spPr>
          <a:xfrm>
            <a:off x="562825" y="840681"/>
            <a:ext cx="8019000" cy="324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300"/>
              <a:buFont typeface="Outfit"/>
              <a:buNone/>
              <a:defRPr sz="130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accent6"/>
              </a:buClr>
              <a:buSzPts val="1200"/>
              <a:buFont typeface="Century Gothic"/>
              <a:buChar char="&gt;"/>
              <a:defRPr sz="1200" b="0" i="0" u="none" strike="noStrike" cap="none">
                <a:solidFill>
                  <a:schemeClr val="dk1"/>
                </a:solidFill>
                <a:latin typeface="Century Gothic"/>
                <a:ea typeface="Century Gothic"/>
                <a:cs typeface="Century Gothic"/>
                <a:sym typeface="Century Gothic"/>
              </a:defRPr>
            </a:lvl2pPr>
            <a:lvl3pPr marR="0" lvl="2" algn="l" rtl="0">
              <a:lnSpc>
                <a:spcPct val="100000"/>
              </a:lnSpc>
              <a:spcBef>
                <a:spcPts val="0"/>
              </a:spcBef>
              <a:spcAft>
                <a:spcPts val="0"/>
              </a:spcAft>
              <a:buClr>
                <a:schemeClr val="accent6"/>
              </a:buClr>
              <a:buSzPts val="1000"/>
              <a:buFont typeface="Century Gothic"/>
              <a:buChar char="+"/>
              <a:defRPr sz="1000" b="0" i="0" u="none" strike="noStrike" cap="none">
                <a:solidFill>
                  <a:schemeClr val="dk1"/>
                </a:solidFill>
                <a:latin typeface="Century Gothic"/>
                <a:ea typeface="Century Gothic"/>
                <a:cs typeface="Century Gothic"/>
                <a:sym typeface="Century Gothic"/>
              </a:defRPr>
            </a:lvl3pPr>
            <a:lvl4pPr marR="0" lvl="3" algn="l" rtl="0">
              <a:lnSpc>
                <a:spcPct val="100000"/>
              </a:lnSpc>
              <a:spcBef>
                <a:spcPts val="0"/>
              </a:spcBef>
              <a:spcAft>
                <a:spcPts val="0"/>
              </a:spcAft>
              <a:buClr>
                <a:schemeClr val="accent6"/>
              </a:buClr>
              <a:buSzPts val="900"/>
              <a:buFont typeface="Courier New"/>
              <a:buChar char="o"/>
              <a:defRPr sz="900" b="0" i="0" u="none" strike="noStrike" cap="none">
                <a:solidFill>
                  <a:schemeClr val="dk1"/>
                </a:solidFill>
                <a:latin typeface="Century Gothic"/>
                <a:ea typeface="Century Gothic"/>
                <a:cs typeface="Century Gothic"/>
                <a:sym typeface="Century Gothic"/>
              </a:defRPr>
            </a:lvl4pPr>
            <a:lvl5pPr marR="0" lvl="4" algn="l" rtl="0">
              <a:lnSpc>
                <a:spcPct val="100000"/>
              </a:lnSpc>
              <a:spcBef>
                <a:spcPts val="0"/>
              </a:spcBef>
              <a:spcAft>
                <a:spcPts val="0"/>
              </a:spcAft>
              <a:buClr>
                <a:schemeClr val="accent6"/>
              </a:buClr>
              <a:buSzPts val="800"/>
              <a:buFont typeface="Century Gothic"/>
              <a:buChar char="○"/>
              <a:defRPr sz="800" b="0" i="0" u="none" strike="noStrike" cap="none">
                <a:solidFill>
                  <a:schemeClr val="dk1"/>
                </a:solidFill>
                <a:latin typeface="Century Gothic"/>
                <a:ea typeface="Century Gothic"/>
                <a:cs typeface="Century Gothic"/>
                <a:sym typeface="Century Gothic"/>
              </a:defRPr>
            </a:lvl5pPr>
            <a:lvl6pPr marR="0" lvl="5" algn="l" rtl="0">
              <a:lnSpc>
                <a:spcPct val="100000"/>
              </a:lnSpc>
              <a:spcBef>
                <a:spcPts val="0"/>
              </a:spcBef>
              <a:spcAft>
                <a:spcPts val="0"/>
              </a:spcAft>
              <a:buClr>
                <a:schemeClr val="accent6"/>
              </a:buClr>
              <a:buSzPts val="700"/>
              <a:buFont typeface="Century Gothic"/>
              <a:buChar char="○"/>
              <a:defRPr sz="700" b="0" i="0" u="none" strike="noStrike" cap="none">
                <a:solidFill>
                  <a:schemeClr val="dk1"/>
                </a:solidFill>
                <a:latin typeface="Century Gothic"/>
                <a:ea typeface="Century Gothic"/>
                <a:cs typeface="Century Gothic"/>
                <a:sym typeface="Century Gothic"/>
              </a:defRPr>
            </a:lvl6pPr>
            <a:lvl7pPr marR="0" lvl="6"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7pPr>
            <a:lvl8pPr marR="0" lvl="7" algn="l" rtl="0">
              <a:lnSpc>
                <a:spcPct val="100000"/>
              </a:lnSpc>
              <a:spcBef>
                <a:spcPts val="0"/>
              </a:spcBef>
              <a:spcAft>
                <a:spcPts val="0"/>
              </a:spcAft>
              <a:buClr>
                <a:schemeClr val="accent6"/>
              </a:buClr>
              <a:buSzPts val="600"/>
              <a:buFont typeface="Century Gothic"/>
              <a:buChar char="○"/>
              <a:defRPr sz="600" b="0" i="0" u="none" strike="noStrike" cap="none">
                <a:solidFill>
                  <a:schemeClr val="dk1"/>
                </a:solidFill>
                <a:latin typeface="Century Gothic"/>
                <a:ea typeface="Century Gothic"/>
                <a:cs typeface="Century Gothic"/>
                <a:sym typeface="Century Gothic"/>
              </a:defRPr>
            </a:lvl8pPr>
            <a:lvl9pPr marR="0" lvl="8" algn="l" rtl="0">
              <a:lnSpc>
                <a:spcPct val="100000"/>
              </a:lnSpc>
              <a:spcBef>
                <a:spcPts val="0"/>
              </a:spcBef>
              <a:spcAft>
                <a:spcPts val="0"/>
              </a:spcAft>
              <a:buClr>
                <a:schemeClr val="accent6"/>
              </a:buClr>
              <a:buSzPts val="600"/>
              <a:buFont typeface="Century Gothic"/>
              <a:buChar char="○"/>
              <a:defRPr sz="600" b="0" i="0" u="none" strike="noStrike" cap="none">
                <a:solidFill>
                  <a:schemeClr val="accent6"/>
                </a:solidFill>
                <a:latin typeface="Century Gothic"/>
                <a:ea typeface="Century Gothic"/>
                <a:cs typeface="Century Gothic"/>
                <a:sym typeface="Century Gothic"/>
              </a:defRPr>
            </a:lvl9pPr>
          </a:lstStyle>
          <a:p>
            <a:endParaRPr/>
          </a:p>
        </p:txBody>
      </p:sp>
      <p:sp>
        <p:nvSpPr>
          <p:cNvPr id="767" name="Google Shape;767;p47"/>
          <p:cNvSpPr txBox="1">
            <a:spLocks noGrp="1"/>
          </p:cNvSpPr>
          <p:nvPr>
            <p:ph type="body" idx="2"/>
          </p:nvPr>
        </p:nvSpPr>
        <p:spPr>
          <a:xfrm>
            <a:off x="562825" y="1273150"/>
            <a:ext cx="7965000" cy="3596100"/>
          </a:xfrm>
          <a:prstGeom prst="rect">
            <a:avLst/>
          </a:prstGeom>
          <a:noFill/>
          <a:ln>
            <a:noFill/>
          </a:ln>
        </p:spPr>
        <p:txBody>
          <a:bodyPr spcFirstLastPara="1" wrap="square" lIns="0" tIns="180000" rIns="91425" bIns="91425" anchor="ctr" anchorCtr="0">
            <a:normAutofit/>
          </a:bodyPr>
          <a:lstStyle>
            <a:lvl1pPr marL="457200" marR="0" lvl="0" indent="-342900" algn="l" rtl="0">
              <a:lnSpc>
                <a:spcPct val="115000"/>
              </a:lnSpc>
              <a:spcBef>
                <a:spcPts val="0"/>
              </a:spcBef>
              <a:spcAft>
                <a:spcPts val="0"/>
              </a:spcAft>
              <a:buClr>
                <a:srgbClr val="00D2DD"/>
              </a:buClr>
              <a:buSzPts val="1800"/>
              <a:buChar char="●"/>
              <a:defRPr sz="1200" i="0" u="none" strike="noStrike" cap="none">
                <a:solidFill>
                  <a:schemeClr val="dk1"/>
                </a:solidFill>
              </a:defRPr>
            </a:lvl1pPr>
            <a:lvl2pPr marL="914400" marR="0" lvl="1" indent="-292100" algn="l" rtl="0">
              <a:lnSpc>
                <a:spcPct val="115000"/>
              </a:lnSpc>
              <a:spcBef>
                <a:spcPts val="0"/>
              </a:spcBef>
              <a:spcAft>
                <a:spcPts val="0"/>
              </a:spcAft>
              <a:buClr>
                <a:srgbClr val="00D2DD"/>
              </a:buClr>
              <a:buSzPts val="1000"/>
              <a:buChar char="○"/>
              <a:defRPr sz="1000" i="0" u="none" strike="noStrike" cap="none">
                <a:solidFill>
                  <a:schemeClr val="dk1"/>
                </a:solidFill>
              </a:defRPr>
            </a:lvl2pPr>
            <a:lvl3pPr marL="1371600" marR="0" lvl="2" indent="-279400" algn="l" rtl="0">
              <a:lnSpc>
                <a:spcPct val="115000"/>
              </a:lnSpc>
              <a:spcBef>
                <a:spcPts val="0"/>
              </a:spcBef>
              <a:spcAft>
                <a:spcPts val="0"/>
              </a:spcAft>
              <a:buClr>
                <a:schemeClr val="dk1"/>
              </a:buClr>
              <a:buSzPts val="800"/>
              <a:buChar char="■"/>
              <a:defRPr sz="800" i="0" u="none" strike="noStrike" cap="none">
                <a:solidFill>
                  <a:schemeClr val="dk1"/>
                </a:solidFill>
              </a:defRPr>
            </a:lvl3pPr>
            <a:lvl4pPr marL="1828800" marR="0" lvl="3" indent="-266700" algn="l" rtl="0">
              <a:lnSpc>
                <a:spcPct val="115000"/>
              </a:lnSpc>
              <a:spcBef>
                <a:spcPts val="0"/>
              </a:spcBef>
              <a:spcAft>
                <a:spcPts val="0"/>
              </a:spcAft>
              <a:buClr>
                <a:schemeClr val="dk1"/>
              </a:buClr>
              <a:buSzPts val="600"/>
              <a:buChar char="○"/>
              <a:defRPr sz="700" i="0" u="none" strike="noStrike" cap="none">
                <a:solidFill>
                  <a:schemeClr val="dk1"/>
                </a:solidFill>
              </a:defRPr>
            </a:lvl4pPr>
            <a:lvl5pPr marL="2286000" marR="0" lvl="4" indent="-260350" algn="l" rtl="0">
              <a:lnSpc>
                <a:spcPct val="115000"/>
              </a:lnSpc>
              <a:spcBef>
                <a:spcPts val="0"/>
              </a:spcBef>
              <a:spcAft>
                <a:spcPts val="0"/>
              </a:spcAft>
              <a:buClr>
                <a:schemeClr val="dk1"/>
              </a:buClr>
              <a:buSzPts val="500"/>
              <a:buChar char="○"/>
              <a:defRPr sz="600" i="0" u="none" strike="noStrike" cap="none">
                <a:solidFill>
                  <a:schemeClr val="dk1"/>
                </a:solidFill>
              </a:defRPr>
            </a:lvl5pPr>
            <a:lvl6pPr marL="2743200" marR="0" lvl="5" indent="-254000" algn="l" rtl="0">
              <a:lnSpc>
                <a:spcPct val="115000"/>
              </a:lnSpc>
              <a:spcBef>
                <a:spcPts val="0"/>
              </a:spcBef>
              <a:spcAft>
                <a:spcPts val="0"/>
              </a:spcAft>
              <a:buClr>
                <a:schemeClr val="dk1"/>
              </a:buClr>
              <a:buSzPts val="400"/>
              <a:buChar char="■"/>
              <a:defRPr sz="500" i="0" u="none" strike="noStrike" cap="none">
                <a:solidFill>
                  <a:schemeClr val="dk1"/>
                </a:solidFill>
              </a:defRPr>
            </a:lvl6pPr>
            <a:lvl7pPr marL="3200400" marR="0" lvl="6" indent="-247650" algn="l" rtl="0">
              <a:lnSpc>
                <a:spcPct val="115000"/>
              </a:lnSpc>
              <a:spcBef>
                <a:spcPts val="0"/>
              </a:spcBef>
              <a:spcAft>
                <a:spcPts val="0"/>
              </a:spcAft>
              <a:buClr>
                <a:schemeClr val="dk1"/>
              </a:buClr>
              <a:buSzPts val="300"/>
              <a:buChar char="●"/>
              <a:defRPr sz="400" i="0" u="none" strike="noStrike" cap="none">
                <a:solidFill>
                  <a:schemeClr val="dk1"/>
                </a:solidFill>
              </a:defRPr>
            </a:lvl7pPr>
            <a:lvl8pPr marL="3657600" marR="0" lvl="7" indent="-247650" algn="l" rtl="0">
              <a:lnSpc>
                <a:spcPct val="115000"/>
              </a:lnSpc>
              <a:spcBef>
                <a:spcPts val="0"/>
              </a:spcBef>
              <a:spcAft>
                <a:spcPts val="0"/>
              </a:spcAft>
              <a:buClr>
                <a:schemeClr val="dk1"/>
              </a:buClr>
              <a:buSzPts val="300"/>
              <a:buChar char="○"/>
              <a:defRPr sz="400" i="0" u="none" strike="noStrike" cap="none">
                <a:solidFill>
                  <a:schemeClr val="dk1"/>
                </a:solidFill>
              </a:defRPr>
            </a:lvl8pPr>
            <a:lvl9pPr marL="4114800" marR="0" lvl="8" indent="-247650" algn="l" rtl="0">
              <a:lnSpc>
                <a:spcPct val="115000"/>
              </a:lnSpc>
              <a:spcBef>
                <a:spcPts val="0"/>
              </a:spcBef>
              <a:spcAft>
                <a:spcPts val="0"/>
              </a:spcAft>
              <a:buClr>
                <a:schemeClr val="dk1"/>
              </a:buClr>
              <a:buSzPts val="300"/>
              <a:buChar char="■"/>
              <a:defRPr sz="400" i="0" u="none" strike="noStrike" cap="none">
                <a:solidFill>
                  <a:schemeClr val="dk1"/>
                </a:solidFill>
              </a:defRPr>
            </a:lvl9pPr>
          </a:lstStyle>
          <a:p>
            <a:endParaRPr/>
          </a:p>
        </p:txBody>
      </p:sp>
      <p:sp>
        <p:nvSpPr>
          <p:cNvPr id="768" name="Google Shape;768;p47"/>
          <p:cNvSpPr/>
          <p:nvPr/>
        </p:nvSpPr>
        <p:spPr>
          <a:xfrm rot="-5400000">
            <a:off x="-977675" y="3577700"/>
            <a:ext cx="2557500" cy="2046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000000"/>
              </a:buClr>
              <a:buSzPts val="650"/>
              <a:buFont typeface="Century Gothic"/>
              <a:buNone/>
            </a:pPr>
            <a:r>
              <a:rPr lang="en" sz="500">
                <a:solidFill>
                  <a:schemeClr val="dk1"/>
                </a:solidFill>
                <a:latin typeface="Outfit Medium"/>
                <a:ea typeface="Outfit Medium"/>
                <a:cs typeface="Outfit Medium"/>
                <a:sym typeface="Outfit Medium"/>
              </a:rPr>
              <a:t>OCTO   I  PART OF ACCENTURE </a:t>
            </a:r>
            <a:r>
              <a:rPr lang="en" sz="500" i="0" u="none" strike="noStrike" cap="none">
                <a:solidFill>
                  <a:schemeClr val="dk1"/>
                </a:solidFill>
                <a:latin typeface="Outfit"/>
                <a:ea typeface="Outfit"/>
                <a:cs typeface="Outfit"/>
                <a:sym typeface="Outfit"/>
              </a:rPr>
              <a:t> © 202</a:t>
            </a:r>
            <a:r>
              <a:rPr lang="en" sz="500">
                <a:solidFill>
                  <a:schemeClr val="dk1"/>
                </a:solidFill>
                <a:latin typeface="Outfit"/>
                <a:ea typeface="Outfit"/>
                <a:cs typeface="Outfit"/>
                <a:sym typeface="Outfit"/>
              </a:rPr>
              <a:t>3</a:t>
            </a:r>
            <a:r>
              <a:rPr lang="en" sz="500" i="0" u="none" strike="noStrike" cap="none">
                <a:solidFill>
                  <a:schemeClr val="dk1"/>
                </a:solidFill>
                <a:latin typeface="Outfit"/>
                <a:ea typeface="Outfit"/>
                <a:cs typeface="Outfit"/>
                <a:sym typeface="Outfit"/>
              </a:rPr>
              <a:t> - A</a:t>
            </a:r>
            <a:r>
              <a:rPr lang="en" sz="500">
                <a:solidFill>
                  <a:schemeClr val="dk1"/>
                </a:solidFill>
                <a:latin typeface="Outfit"/>
                <a:ea typeface="Outfit"/>
                <a:cs typeface="Outfit"/>
                <a:sym typeface="Outfit"/>
              </a:rPr>
              <a:t>ll rights reserved</a:t>
            </a:r>
            <a:endParaRPr sz="500" i="0" u="none" strike="noStrike" cap="none">
              <a:solidFill>
                <a:schemeClr val="dk1"/>
              </a:solidFill>
              <a:latin typeface="Outfit"/>
              <a:ea typeface="Outfit"/>
              <a:cs typeface="Outfit"/>
              <a:sym typeface="Outfit"/>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03 - Titre et sous-titre 2">
  <p:cSld name="03 - Titre et sous-titre_3">
    <p:spTree>
      <p:nvGrpSpPr>
        <p:cNvPr id="1" name="Shape 769"/>
        <p:cNvGrpSpPr/>
        <p:nvPr/>
      </p:nvGrpSpPr>
      <p:grpSpPr>
        <a:xfrm>
          <a:off x="0" y="0"/>
          <a:ext cx="0" cy="0"/>
          <a:chOff x="0" y="0"/>
          <a:chExt cx="0" cy="0"/>
        </a:xfrm>
      </p:grpSpPr>
      <p:sp>
        <p:nvSpPr>
          <p:cNvPr id="770" name="Google Shape;770;p48"/>
          <p:cNvSpPr txBox="1">
            <a:spLocks noGrp="1"/>
          </p:cNvSpPr>
          <p:nvPr>
            <p:ph type="subTitle" idx="1"/>
          </p:nvPr>
        </p:nvSpPr>
        <p:spPr>
          <a:xfrm>
            <a:off x="571500" y="779171"/>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771" name="Google Shape;771;p48"/>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03 - Titre et sous-titre 2 1">
  <p:cSld name="03 - Titre et sous-titre_1_2_1">
    <p:spTree>
      <p:nvGrpSpPr>
        <p:cNvPr id="1" name="Shape 778"/>
        <p:cNvGrpSpPr/>
        <p:nvPr/>
      </p:nvGrpSpPr>
      <p:grpSpPr>
        <a:xfrm>
          <a:off x="0" y="0"/>
          <a:ext cx="0" cy="0"/>
          <a:chOff x="0" y="0"/>
          <a:chExt cx="0" cy="0"/>
        </a:xfrm>
      </p:grpSpPr>
      <p:sp>
        <p:nvSpPr>
          <p:cNvPr id="779" name="Google Shape;779;p51"/>
          <p:cNvSpPr txBox="1">
            <a:spLocks noGrp="1"/>
          </p:cNvSpPr>
          <p:nvPr>
            <p:ph type="subTitle" idx="1"/>
          </p:nvPr>
        </p:nvSpPr>
        <p:spPr>
          <a:xfrm>
            <a:off x="571500" y="779171"/>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780" name="Google Shape;780;p51"/>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03 - Titre et sous-titre 1 1">
  <p:cSld name="03 - Titre et sous-titre_1_1">
    <p:spTree>
      <p:nvGrpSpPr>
        <p:cNvPr id="1" name="Shape 781"/>
        <p:cNvGrpSpPr/>
        <p:nvPr/>
      </p:nvGrpSpPr>
      <p:grpSpPr>
        <a:xfrm>
          <a:off x="0" y="0"/>
          <a:ext cx="0" cy="0"/>
          <a:chOff x="0" y="0"/>
          <a:chExt cx="0" cy="0"/>
        </a:xfrm>
      </p:grpSpPr>
      <p:sp>
        <p:nvSpPr>
          <p:cNvPr id="782" name="Google Shape;782;p52"/>
          <p:cNvSpPr txBox="1">
            <a:spLocks noGrp="1"/>
          </p:cNvSpPr>
          <p:nvPr>
            <p:ph type="subTitle" idx="1"/>
          </p:nvPr>
        </p:nvSpPr>
        <p:spPr>
          <a:xfrm>
            <a:off x="571500" y="779171"/>
            <a:ext cx="80415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300"/>
              <a:buNone/>
              <a:defRPr sz="1300" b="0" i="0" u="none" strike="noStrike" cap="none">
                <a:solidFill>
                  <a:schemeClr val="dk1"/>
                </a:solidFill>
                <a:latin typeface="Outfit"/>
                <a:ea typeface="Outfit"/>
                <a:cs typeface="Outfit"/>
                <a:sym typeface="Outfit"/>
              </a:defRPr>
            </a:lvl9pPr>
          </a:lstStyle>
          <a:p>
            <a:endParaRPr/>
          </a:p>
        </p:txBody>
      </p:sp>
      <p:sp>
        <p:nvSpPr>
          <p:cNvPr id="783" name="Google Shape;783;p52"/>
          <p:cNvSpPr txBox="1">
            <a:spLocks noGrp="1"/>
          </p:cNvSpPr>
          <p:nvPr>
            <p:ph type="title"/>
          </p:nvPr>
        </p:nvSpPr>
        <p:spPr>
          <a:xfrm>
            <a:off x="562825" y="361400"/>
            <a:ext cx="8019000" cy="37080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1800"/>
              <a:buNone/>
              <a:defRPr sz="1800" b="1"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2pPr>
            <a:lvl3pPr marR="0" lvl="2"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3pPr>
            <a:lvl4pPr marR="0" lvl="3"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4pPr>
            <a:lvl5pPr marR="0" lvl="4"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5pPr>
            <a:lvl6pPr marR="0" lvl="5"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6pPr>
            <a:lvl7pPr marR="0" lvl="6"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7pPr>
            <a:lvl8pPr marR="0" lvl="7"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8pPr>
            <a:lvl9pPr marR="0" lvl="8" algn="l" rtl="0">
              <a:lnSpc>
                <a:spcPct val="100000"/>
              </a:lnSpc>
              <a:spcBef>
                <a:spcPts val="0"/>
              </a:spcBef>
              <a:spcAft>
                <a:spcPts val="0"/>
              </a:spcAft>
              <a:buClr>
                <a:schemeClr val="dk1"/>
              </a:buClr>
              <a:buSzPts val="1800"/>
              <a:buNone/>
              <a:defRPr sz="1800" b="0" i="0" u="none" strike="noStrike" cap="none">
                <a:solidFill>
                  <a:schemeClr val="dk1"/>
                </a:solidFill>
                <a:latin typeface="Outfit"/>
                <a:ea typeface="Outfit"/>
                <a:cs typeface="Outfit"/>
                <a:sym typeface="Outfit"/>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re et sous-titre">
  <p:cSld name="TItre et sous-titre">
    <p:spTree>
      <p:nvGrpSpPr>
        <p:cNvPr id="1" name="Shape 784"/>
        <p:cNvGrpSpPr/>
        <p:nvPr/>
      </p:nvGrpSpPr>
      <p:grpSpPr>
        <a:xfrm>
          <a:off x="0" y="0"/>
          <a:ext cx="0" cy="0"/>
          <a:chOff x="0" y="0"/>
          <a:chExt cx="0" cy="0"/>
        </a:xfrm>
      </p:grpSpPr>
      <p:sp>
        <p:nvSpPr>
          <p:cNvPr id="785" name="Google Shape;785;p53"/>
          <p:cNvSpPr txBox="1">
            <a:spLocks noGrp="1"/>
          </p:cNvSpPr>
          <p:nvPr>
            <p:ph type="sldNum" idx="12"/>
          </p:nvPr>
        </p:nvSpPr>
        <p:spPr>
          <a:xfrm>
            <a:off x="8737200" y="4873501"/>
            <a:ext cx="354300" cy="166200"/>
          </a:xfrm>
          <a:prstGeom prst="rect">
            <a:avLst/>
          </a:prstGeom>
          <a:noFill/>
          <a:ln>
            <a:noFill/>
          </a:ln>
        </p:spPr>
        <p:txBody>
          <a:bodyPr spcFirstLastPara="1" wrap="square" lIns="68575" tIns="34275" rIns="68575" bIns="34275" anchor="ctr" anchorCtr="0">
            <a:noAutofit/>
          </a:bodyPr>
          <a:lstStyle>
            <a:lvl1pPr marL="0" marR="0" lvl="0"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1pPr>
            <a:lvl2pPr marL="0" marR="0" lvl="1"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2pPr>
            <a:lvl3pPr marL="0" marR="0" lvl="2"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3pPr>
            <a:lvl4pPr marL="0" marR="0" lvl="3"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4pPr>
            <a:lvl5pPr marL="0" marR="0" lvl="4"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5pPr>
            <a:lvl6pPr marL="0" marR="0" lvl="5"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6pPr>
            <a:lvl7pPr marL="0" marR="0" lvl="6"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7pPr>
            <a:lvl8pPr marL="0" marR="0" lvl="7"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8pPr>
            <a:lvl9pPr marL="0" marR="0" lvl="8" indent="0" algn="ctr" rtl="0">
              <a:lnSpc>
                <a:spcPct val="100000"/>
              </a:lnSpc>
              <a:spcBef>
                <a:spcPts val="0"/>
              </a:spcBef>
              <a:spcAft>
                <a:spcPts val="0"/>
              </a:spcAft>
              <a:buClr>
                <a:srgbClr val="000000"/>
              </a:buClr>
              <a:buSzPts val="600"/>
              <a:buFont typeface="Arial"/>
              <a:buNone/>
              <a:defRPr sz="600" b="0" i="0" u="none" strike="noStrike" cap="none">
                <a:solidFill>
                  <a:schemeClr val="dk2"/>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
              <a:t>‹#›</a:t>
            </a:fld>
            <a:endParaRPr/>
          </a:p>
        </p:txBody>
      </p:sp>
      <p:sp>
        <p:nvSpPr>
          <p:cNvPr id="786" name="Google Shape;786;p53"/>
          <p:cNvSpPr txBox="1">
            <a:spLocks noGrp="1"/>
          </p:cNvSpPr>
          <p:nvPr>
            <p:ph type="body" idx="1"/>
          </p:nvPr>
        </p:nvSpPr>
        <p:spPr>
          <a:xfrm>
            <a:off x="508002" y="525536"/>
            <a:ext cx="8133000" cy="173100"/>
          </a:xfrm>
          <a:prstGeom prst="rect">
            <a:avLst/>
          </a:prstGeom>
          <a:noFill/>
          <a:ln>
            <a:noFill/>
          </a:ln>
        </p:spPr>
        <p:txBody>
          <a:bodyPr spcFirstLastPara="1" wrap="square" lIns="0" tIns="0" rIns="0" bIns="34275" anchor="t" anchorCtr="0">
            <a:noAutofit/>
          </a:bodyPr>
          <a:lstStyle>
            <a:lvl1pPr marL="457200" lvl="0" indent="-228600" algn="l" rtl="0">
              <a:lnSpc>
                <a:spcPct val="80000"/>
              </a:lnSpc>
              <a:spcBef>
                <a:spcPts val="0"/>
              </a:spcBef>
              <a:spcAft>
                <a:spcPts val="0"/>
              </a:spcAft>
              <a:buSzPts val="700"/>
              <a:buFont typeface="Arial"/>
              <a:buNone/>
              <a:defRPr sz="1100" b="0" i="0">
                <a:solidFill>
                  <a:srgbClr val="00A9C5"/>
                </a:solidFill>
                <a:latin typeface="Century Gothic"/>
                <a:ea typeface="Century Gothic"/>
                <a:cs typeface="Century Gothic"/>
                <a:sym typeface="Century Gothic"/>
              </a:defRPr>
            </a:lvl1pPr>
            <a:lvl2pPr marL="914400" lvl="1" indent="-285750" algn="l" rtl="0">
              <a:lnSpc>
                <a:spcPct val="100000"/>
              </a:lnSpc>
              <a:spcBef>
                <a:spcPts val="500"/>
              </a:spcBef>
              <a:spcAft>
                <a:spcPts val="0"/>
              </a:spcAft>
              <a:buSzPts val="900"/>
              <a:buChar char="&gt;"/>
              <a:defRPr sz="1100">
                <a:solidFill>
                  <a:schemeClr val="accent1"/>
                </a:solidFill>
              </a:defRPr>
            </a:lvl2pPr>
            <a:lvl3pPr marL="1371600" lvl="2" indent="-273050" algn="l" rtl="0">
              <a:lnSpc>
                <a:spcPct val="100000"/>
              </a:lnSpc>
              <a:spcBef>
                <a:spcPts val="500"/>
              </a:spcBef>
              <a:spcAft>
                <a:spcPts val="0"/>
              </a:spcAft>
              <a:buSzPts val="700"/>
              <a:buChar char="+"/>
              <a:defRPr sz="900">
                <a:solidFill>
                  <a:schemeClr val="accent1"/>
                </a:solidFill>
              </a:defRPr>
            </a:lvl3pPr>
            <a:lvl4pPr marL="1828800" lvl="3" indent="-279400" algn="l" rtl="0">
              <a:lnSpc>
                <a:spcPct val="100000"/>
              </a:lnSpc>
              <a:spcBef>
                <a:spcPts val="500"/>
              </a:spcBef>
              <a:spcAft>
                <a:spcPts val="0"/>
              </a:spcAft>
              <a:buSzPts val="800"/>
              <a:buChar char="o"/>
              <a:defRPr sz="800">
                <a:solidFill>
                  <a:schemeClr val="accent1"/>
                </a:solidFill>
              </a:defRPr>
            </a:lvl4pPr>
            <a:lvl5pPr marL="2286000" lvl="4" indent="-304800" algn="l" rtl="0">
              <a:lnSpc>
                <a:spcPct val="100000"/>
              </a:lnSpc>
              <a:spcBef>
                <a:spcPts val="500"/>
              </a:spcBef>
              <a:spcAft>
                <a:spcPts val="0"/>
              </a:spcAft>
              <a:buSzPts val="1200"/>
              <a:buChar char="o"/>
              <a:defRPr sz="1200">
                <a:solidFill>
                  <a:schemeClr val="accent1"/>
                </a:solidFill>
              </a:defRPr>
            </a:lvl5pPr>
            <a:lvl6pPr marL="2743200" lvl="5" indent="-317500" algn="l" rtl="0">
              <a:lnSpc>
                <a:spcPct val="100000"/>
              </a:lnSpc>
              <a:spcBef>
                <a:spcPts val="500"/>
              </a:spcBef>
              <a:spcAft>
                <a:spcPts val="0"/>
              </a:spcAft>
              <a:buSzPts val="1400"/>
              <a:buChar char="o"/>
              <a:defRPr/>
            </a:lvl6pPr>
            <a:lvl7pPr marL="3200400" lvl="6" indent="-317500" algn="l" rtl="0">
              <a:lnSpc>
                <a:spcPct val="90000"/>
              </a:lnSpc>
              <a:spcBef>
                <a:spcPts val="400"/>
              </a:spcBef>
              <a:spcAft>
                <a:spcPts val="0"/>
              </a:spcAft>
              <a:buClr>
                <a:schemeClr val="dk1"/>
              </a:buClr>
              <a:buSzPts val="1400"/>
              <a:buChar char="•"/>
              <a:defRPr/>
            </a:lvl7pPr>
            <a:lvl8pPr marL="3657600" lvl="7" indent="-317500" algn="l" rtl="0">
              <a:lnSpc>
                <a:spcPct val="90000"/>
              </a:lnSpc>
              <a:spcBef>
                <a:spcPts val="400"/>
              </a:spcBef>
              <a:spcAft>
                <a:spcPts val="0"/>
              </a:spcAft>
              <a:buClr>
                <a:schemeClr val="dk1"/>
              </a:buClr>
              <a:buSzPts val="1400"/>
              <a:buChar char="•"/>
              <a:defRPr/>
            </a:lvl8pPr>
            <a:lvl9pPr marL="4114800" lvl="8" indent="-317500" algn="l" rtl="0">
              <a:lnSpc>
                <a:spcPct val="90000"/>
              </a:lnSpc>
              <a:spcBef>
                <a:spcPts val="400"/>
              </a:spcBef>
              <a:spcAft>
                <a:spcPts val="0"/>
              </a:spcAft>
              <a:buClr>
                <a:schemeClr val="dk1"/>
              </a:buClr>
              <a:buSzPts val="1400"/>
              <a:buChar char="•"/>
              <a:defRPr/>
            </a:lvl9pPr>
          </a:lstStyle>
          <a:p>
            <a:endParaRPr/>
          </a:p>
        </p:txBody>
      </p:sp>
      <p:sp>
        <p:nvSpPr>
          <p:cNvPr id="787" name="Google Shape;787;p53"/>
          <p:cNvSpPr txBox="1">
            <a:spLocks noGrp="1"/>
          </p:cNvSpPr>
          <p:nvPr>
            <p:ph type="title"/>
          </p:nvPr>
        </p:nvSpPr>
        <p:spPr>
          <a:xfrm>
            <a:off x="508001" y="245011"/>
            <a:ext cx="8133000" cy="2307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dk2"/>
              </a:buClr>
              <a:buSzPts val="1400"/>
              <a:buNone/>
              <a:defRPr/>
            </a:lvl1pPr>
            <a:lvl2pPr lvl="1" algn="l" rtl="0">
              <a:lnSpc>
                <a:spcPct val="100000"/>
              </a:lnSpc>
              <a:spcBef>
                <a:spcPts val="0"/>
              </a:spcBef>
              <a:spcAft>
                <a:spcPts val="0"/>
              </a:spcAft>
              <a:buSzPts val="1100"/>
              <a:buNone/>
              <a:defRPr/>
            </a:lvl2pPr>
            <a:lvl3pPr lvl="2" algn="l" rtl="0">
              <a:lnSpc>
                <a:spcPct val="100000"/>
              </a:lnSpc>
              <a:spcBef>
                <a:spcPts val="0"/>
              </a:spcBef>
              <a:spcAft>
                <a:spcPts val="0"/>
              </a:spcAft>
              <a:buSzPts val="1100"/>
              <a:buNone/>
              <a:defRPr/>
            </a:lvl3pPr>
            <a:lvl4pPr lvl="3" algn="l" rtl="0">
              <a:lnSpc>
                <a:spcPct val="100000"/>
              </a:lnSpc>
              <a:spcBef>
                <a:spcPts val="0"/>
              </a:spcBef>
              <a:spcAft>
                <a:spcPts val="0"/>
              </a:spcAft>
              <a:buSzPts val="1100"/>
              <a:buNone/>
              <a:defRPr/>
            </a:lvl4pPr>
            <a:lvl5pPr lvl="4" algn="l" rtl="0">
              <a:lnSpc>
                <a:spcPct val="100000"/>
              </a:lnSpc>
              <a:spcBef>
                <a:spcPts val="0"/>
              </a:spcBef>
              <a:spcAft>
                <a:spcPts val="0"/>
              </a:spcAft>
              <a:buSzPts val="1100"/>
              <a:buNone/>
              <a:defRPr/>
            </a:lvl5pPr>
            <a:lvl6pPr lvl="5" algn="l" rtl="0">
              <a:lnSpc>
                <a:spcPct val="100000"/>
              </a:lnSpc>
              <a:spcBef>
                <a:spcPts val="0"/>
              </a:spcBef>
              <a:spcAft>
                <a:spcPts val="0"/>
              </a:spcAft>
              <a:buSzPts val="1100"/>
              <a:buNone/>
              <a:defRPr/>
            </a:lvl6pPr>
            <a:lvl7pPr lvl="6" algn="l" rtl="0">
              <a:lnSpc>
                <a:spcPct val="100000"/>
              </a:lnSpc>
              <a:spcBef>
                <a:spcPts val="0"/>
              </a:spcBef>
              <a:spcAft>
                <a:spcPts val="0"/>
              </a:spcAft>
              <a:buSzPts val="1100"/>
              <a:buNone/>
              <a:defRPr/>
            </a:lvl7pPr>
            <a:lvl8pPr lvl="7" algn="l" rtl="0">
              <a:lnSpc>
                <a:spcPct val="100000"/>
              </a:lnSpc>
              <a:spcBef>
                <a:spcPts val="0"/>
              </a:spcBef>
              <a:spcAft>
                <a:spcPts val="0"/>
              </a:spcAft>
              <a:buSzPts val="1100"/>
              <a:buNone/>
              <a:defRPr/>
            </a:lvl8pPr>
            <a:lvl9pPr lvl="8" algn="l" rtl="0">
              <a:lnSpc>
                <a:spcPct val="100000"/>
              </a:lnSpc>
              <a:spcBef>
                <a:spcPts val="0"/>
              </a:spcBef>
              <a:spcAft>
                <a:spcPts val="0"/>
              </a:spcAft>
              <a:buSzPts val="11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2_Disposition personnalisée">
  <p:cSld name="2_Disposition personnalisée 2">
    <p:spTree>
      <p:nvGrpSpPr>
        <p:cNvPr id="1" name="Shape 788"/>
        <p:cNvGrpSpPr/>
        <p:nvPr/>
      </p:nvGrpSpPr>
      <p:grpSpPr>
        <a:xfrm>
          <a:off x="0" y="0"/>
          <a:ext cx="0" cy="0"/>
          <a:chOff x="0" y="0"/>
          <a:chExt cx="0" cy="0"/>
        </a:xfrm>
      </p:grpSpPr>
      <p:sp>
        <p:nvSpPr>
          <p:cNvPr id="789" name="Google Shape;789;p54"/>
          <p:cNvSpPr txBox="1">
            <a:spLocks noGrp="1"/>
          </p:cNvSpPr>
          <p:nvPr>
            <p:ph type="title"/>
          </p:nvPr>
        </p:nvSpPr>
        <p:spPr>
          <a:xfrm>
            <a:off x="899592" y="194400"/>
            <a:ext cx="7704900" cy="337500"/>
          </a:xfrm>
          <a:prstGeom prst="rect">
            <a:avLst/>
          </a:prstGeom>
          <a:noFill/>
          <a:ln>
            <a:noFill/>
          </a:ln>
        </p:spPr>
        <p:txBody>
          <a:bodyPr spcFirstLastPara="1" wrap="square" lIns="0" tIns="45700" rIns="0" bIns="45700" anchor="t" anchorCtr="0">
            <a:noAutofit/>
          </a:bodyPr>
          <a:lstStyle>
            <a:lvl1pPr lvl="0" algn="l" rtl="0">
              <a:lnSpc>
                <a:spcPct val="90000"/>
              </a:lnSpc>
              <a:spcBef>
                <a:spcPts val="0"/>
              </a:spcBef>
              <a:spcAft>
                <a:spcPts val="0"/>
              </a:spcAft>
              <a:buClr>
                <a:schemeClr val="dk1"/>
              </a:buClr>
              <a:buSzPts val="18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90" name="Google Shape;790;p54"/>
          <p:cNvSpPr txBox="1">
            <a:spLocks noGrp="1"/>
          </p:cNvSpPr>
          <p:nvPr>
            <p:ph type="body" idx="1"/>
          </p:nvPr>
        </p:nvSpPr>
        <p:spPr>
          <a:xfrm>
            <a:off x="900385" y="612000"/>
            <a:ext cx="7704000" cy="288000"/>
          </a:xfrm>
          <a:prstGeom prst="rect">
            <a:avLst/>
          </a:prstGeom>
          <a:noFill/>
          <a:ln>
            <a:noFill/>
          </a:ln>
        </p:spPr>
        <p:txBody>
          <a:bodyPr spcFirstLastPara="1" wrap="square" lIns="0" tIns="0" rIns="0" bIns="0" anchor="t" anchorCtr="0">
            <a:normAutofit/>
          </a:bodyPr>
          <a:lstStyle>
            <a:lvl1pPr marL="457200" lvl="0" indent="-228600" algn="l" rtl="0">
              <a:lnSpc>
                <a:spcPct val="90000"/>
              </a:lnSpc>
              <a:spcBef>
                <a:spcPts val="1000"/>
              </a:spcBef>
              <a:spcAft>
                <a:spcPts val="0"/>
              </a:spcAft>
              <a:buSzPts val="1600"/>
              <a:buNone/>
              <a:defRPr sz="1600" b="1" i="0">
                <a:solidFill>
                  <a:srgbClr val="B24388"/>
                </a:solidFill>
                <a:latin typeface="Arial"/>
                <a:ea typeface="Arial"/>
                <a:cs typeface="Arial"/>
                <a:sym typeface="Arial"/>
              </a:defRPr>
            </a:lvl1pPr>
            <a:lvl2pPr marL="914400" lvl="1" indent="-228600" algn="l" rtl="0">
              <a:lnSpc>
                <a:spcPct val="90000"/>
              </a:lnSpc>
              <a:spcBef>
                <a:spcPts val="500"/>
              </a:spcBef>
              <a:spcAft>
                <a:spcPts val="0"/>
              </a:spcAft>
              <a:buSzPts val="1200"/>
              <a:buNone/>
              <a:defRPr sz="1200" b="0">
                <a:solidFill>
                  <a:schemeClr val="lt1"/>
                </a:solidFill>
              </a:defRPr>
            </a:lvl2pPr>
            <a:lvl3pPr marL="1371600" lvl="2" indent="-228600" algn="l" rtl="0">
              <a:lnSpc>
                <a:spcPct val="90000"/>
              </a:lnSpc>
              <a:spcBef>
                <a:spcPts val="500"/>
              </a:spcBef>
              <a:spcAft>
                <a:spcPts val="0"/>
              </a:spcAft>
              <a:buSzPts val="1200"/>
              <a:buNone/>
              <a:defRPr sz="1200" b="0">
                <a:solidFill>
                  <a:schemeClr val="lt1"/>
                </a:solidFill>
              </a:defRPr>
            </a:lvl3pPr>
            <a:lvl4pPr marL="1828800" lvl="3" indent="-228600" algn="l" rtl="0">
              <a:lnSpc>
                <a:spcPct val="90000"/>
              </a:lnSpc>
              <a:spcBef>
                <a:spcPts val="500"/>
              </a:spcBef>
              <a:spcAft>
                <a:spcPts val="0"/>
              </a:spcAft>
              <a:buSzPts val="1200"/>
              <a:buNone/>
              <a:defRPr sz="1200" b="0">
                <a:solidFill>
                  <a:schemeClr val="lt1"/>
                </a:solidFill>
              </a:defRPr>
            </a:lvl4pPr>
            <a:lvl5pPr marL="2286000" lvl="4" indent="-228600" algn="l" rtl="0">
              <a:lnSpc>
                <a:spcPct val="90000"/>
              </a:lnSpc>
              <a:spcBef>
                <a:spcPts val="500"/>
              </a:spcBef>
              <a:spcAft>
                <a:spcPts val="0"/>
              </a:spcAft>
              <a:buClr>
                <a:schemeClr val="lt1"/>
              </a:buClr>
              <a:buSzPts val="1200"/>
              <a:buNone/>
              <a:defRPr sz="1200" b="0">
                <a:solidFill>
                  <a:schemeClr val="lt1"/>
                </a:solidFill>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
        <p:nvSpPr>
          <p:cNvPr id="791" name="Google Shape;791;p54"/>
          <p:cNvSpPr txBox="1">
            <a:spLocks noGrp="1"/>
          </p:cNvSpPr>
          <p:nvPr>
            <p:ph type="body" idx="2"/>
          </p:nvPr>
        </p:nvSpPr>
        <p:spPr>
          <a:xfrm>
            <a:off x="899592" y="1131589"/>
            <a:ext cx="7704900" cy="37125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1000"/>
              </a:spcBef>
              <a:spcAft>
                <a:spcPts val="0"/>
              </a:spcAft>
              <a:buSzPts val="1800"/>
              <a:buChar char="ʘ"/>
              <a:defRPr/>
            </a:lvl1pPr>
            <a:lvl2pPr marL="914400" lvl="1" indent="-342900" algn="l" rtl="0">
              <a:lnSpc>
                <a:spcPct val="90000"/>
              </a:lnSpc>
              <a:spcBef>
                <a:spcPts val="500"/>
              </a:spcBef>
              <a:spcAft>
                <a:spcPts val="0"/>
              </a:spcAft>
              <a:buSzPts val="1800"/>
              <a:buChar char="∙"/>
              <a:defRPr/>
            </a:lvl2pPr>
            <a:lvl3pPr marL="1371600" lvl="2" indent="-342900" algn="l" rtl="0">
              <a:lnSpc>
                <a:spcPct val="90000"/>
              </a:lnSpc>
              <a:spcBef>
                <a:spcPts val="500"/>
              </a:spcBef>
              <a:spcAft>
                <a:spcPts val="0"/>
              </a:spcAft>
              <a:buSzPts val="1800"/>
              <a:buChar char="o"/>
              <a:defRPr/>
            </a:lvl3pPr>
            <a:lvl4pPr marL="1828800" lvl="3" indent="-342900" algn="l" rtl="0">
              <a:lnSpc>
                <a:spcPct val="90000"/>
              </a:lnSpc>
              <a:spcBef>
                <a:spcPts val="500"/>
              </a:spcBef>
              <a:spcAft>
                <a:spcPts val="0"/>
              </a:spcAft>
              <a:buSzPts val="1800"/>
              <a:buChar char="•"/>
              <a:defRPr/>
            </a:lvl4pPr>
            <a:lvl5pPr marL="2286000" lvl="4" indent="-342900" algn="l" rtl="0">
              <a:lnSpc>
                <a:spcPct val="90000"/>
              </a:lnSpc>
              <a:spcBef>
                <a:spcPts val="500"/>
              </a:spcBef>
              <a:spcAft>
                <a:spcPts val="0"/>
              </a:spcAft>
              <a:buClr>
                <a:schemeClr val="dk1"/>
              </a:buClr>
              <a:buSzPts val="1800"/>
              <a:buChar char="•"/>
              <a:defRPr/>
            </a:lvl5pPr>
            <a:lvl6pPr marL="2743200" lvl="5" indent="-342900" algn="l" rtl="0">
              <a:lnSpc>
                <a:spcPct val="90000"/>
              </a:lnSpc>
              <a:spcBef>
                <a:spcPts val="500"/>
              </a:spcBef>
              <a:spcAft>
                <a:spcPts val="0"/>
              </a:spcAft>
              <a:buClr>
                <a:schemeClr val="dk1"/>
              </a:buClr>
              <a:buSzPts val="1800"/>
              <a:buChar char="•"/>
              <a:defRPr/>
            </a:lvl6pPr>
            <a:lvl7pPr marL="3200400" lvl="6" indent="-342900" algn="l" rtl="0">
              <a:lnSpc>
                <a:spcPct val="90000"/>
              </a:lnSpc>
              <a:spcBef>
                <a:spcPts val="500"/>
              </a:spcBef>
              <a:spcAft>
                <a:spcPts val="0"/>
              </a:spcAft>
              <a:buClr>
                <a:schemeClr val="dk1"/>
              </a:buClr>
              <a:buSzPts val="1800"/>
              <a:buChar char="•"/>
              <a:defRPr/>
            </a:lvl7pPr>
            <a:lvl8pPr marL="3657600" lvl="7" indent="-342900" algn="l" rtl="0">
              <a:lnSpc>
                <a:spcPct val="90000"/>
              </a:lnSpc>
              <a:spcBef>
                <a:spcPts val="500"/>
              </a:spcBef>
              <a:spcAft>
                <a:spcPts val="0"/>
              </a:spcAft>
              <a:buClr>
                <a:schemeClr val="dk1"/>
              </a:buClr>
              <a:buSzPts val="1800"/>
              <a:buChar char="•"/>
              <a:defRPr/>
            </a:lvl8pPr>
            <a:lvl9pPr marL="4114800" lvl="8" indent="-342900" algn="l" rtl="0">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03 - Titre et sous-titre 1 1">
  <p:cSld name="03 - Titre et sous-titre_5">
    <p:spTree>
      <p:nvGrpSpPr>
        <p:cNvPr id="1" name="Shape 792"/>
        <p:cNvGrpSpPr/>
        <p:nvPr/>
      </p:nvGrpSpPr>
      <p:grpSpPr>
        <a:xfrm>
          <a:off x="0" y="0"/>
          <a:ext cx="0" cy="0"/>
          <a:chOff x="0" y="0"/>
          <a:chExt cx="0" cy="0"/>
        </a:xfrm>
      </p:grpSpPr>
      <p:sp>
        <p:nvSpPr>
          <p:cNvPr id="793" name="Google Shape;793;p55"/>
          <p:cNvSpPr txBox="1">
            <a:spLocks noGrp="1"/>
          </p:cNvSpPr>
          <p:nvPr>
            <p:ph type="title"/>
          </p:nvPr>
        </p:nvSpPr>
        <p:spPr>
          <a:xfrm>
            <a:off x="367225" y="285200"/>
            <a:ext cx="8426400" cy="3708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Clr>
                <a:schemeClr val="dk1"/>
              </a:buClr>
              <a:buSzPts val="2100"/>
              <a:buFont typeface="Outfit"/>
              <a:buNone/>
              <a:defRPr sz="2100" i="0" u="none" strike="noStrike" cap="none">
                <a:solidFill>
                  <a:schemeClr val="dk1"/>
                </a:solidFill>
                <a:latin typeface="Outfit"/>
                <a:ea typeface="Outfit"/>
                <a:cs typeface="Outfit"/>
                <a:sym typeface="Outfit"/>
              </a:defRPr>
            </a:lvl1pPr>
            <a:lvl2pPr marR="0" lvl="1"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2pPr>
            <a:lvl3pPr marR="0" lvl="2"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3pPr>
            <a:lvl4pPr marR="0" lvl="3"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4pPr>
            <a:lvl5pPr marR="0" lvl="4"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5pPr>
            <a:lvl6pPr marR="0" lvl="5"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6pPr>
            <a:lvl7pPr marR="0" lvl="6"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7pPr>
            <a:lvl8pPr marR="0" lvl="7"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8pPr>
            <a:lvl9pPr marR="0" lvl="8" algn="l" rtl="0">
              <a:lnSpc>
                <a:spcPct val="100000"/>
              </a:lnSpc>
              <a:spcBef>
                <a:spcPts val="0"/>
              </a:spcBef>
              <a:spcAft>
                <a:spcPts val="0"/>
              </a:spcAft>
              <a:buClr>
                <a:schemeClr val="dk1"/>
              </a:buClr>
              <a:buSzPts val="1400"/>
              <a:buFont typeface="Outfit"/>
              <a:buNone/>
              <a:defRPr>
                <a:latin typeface="Outfit"/>
                <a:ea typeface="Outfit"/>
                <a:cs typeface="Outfit"/>
                <a:sym typeface="Outfit"/>
              </a:defRPr>
            </a:lvl9pPr>
          </a:lstStyle>
          <a:p>
            <a:endParaRPr/>
          </a:p>
        </p:txBody>
      </p:sp>
      <p:sp>
        <p:nvSpPr>
          <p:cNvPr id="794" name="Google Shape;794;p55"/>
          <p:cNvSpPr txBox="1">
            <a:spLocks noGrp="1"/>
          </p:cNvSpPr>
          <p:nvPr>
            <p:ph type="subTitle" idx="1"/>
          </p:nvPr>
        </p:nvSpPr>
        <p:spPr>
          <a:xfrm>
            <a:off x="367225" y="671900"/>
            <a:ext cx="8426400" cy="324000"/>
          </a:xfrm>
          <a:prstGeom prst="rect">
            <a:avLst/>
          </a:prstGeom>
          <a:noFill/>
          <a:ln>
            <a:noFill/>
          </a:ln>
        </p:spPr>
        <p:txBody>
          <a:bodyPr spcFirstLastPara="1" wrap="square" lIns="0" tIns="0" rIns="0" bIns="0" anchor="ctr" anchorCtr="0">
            <a:noAutofit/>
          </a:bodyPr>
          <a:lstStyle>
            <a:lvl1pPr marR="0" lvl="0" algn="l" rtl="0">
              <a:lnSpc>
                <a:spcPct val="100000"/>
              </a:lnSpc>
              <a:spcBef>
                <a:spcPts val="0"/>
              </a:spcBef>
              <a:spcAft>
                <a:spcPts val="0"/>
              </a:spcAft>
              <a:buSzPts val="1200"/>
              <a:buFont typeface="Outfit"/>
              <a:buNone/>
              <a:defRPr>
                <a:solidFill>
                  <a:schemeClr val="accent6"/>
                </a:solidFill>
                <a:latin typeface="Outfit"/>
                <a:ea typeface="Outfit"/>
                <a:cs typeface="Outfit"/>
                <a:sym typeface="Outfit"/>
              </a:defRPr>
            </a:lvl1pPr>
            <a:lvl2pPr lvl="1" algn="l" rtl="0">
              <a:lnSpc>
                <a:spcPct val="100000"/>
              </a:lnSpc>
              <a:spcBef>
                <a:spcPts val="0"/>
              </a:spcBef>
              <a:spcAft>
                <a:spcPts val="0"/>
              </a:spcAft>
              <a:buSzPts val="1100"/>
              <a:buFont typeface="Outfit"/>
              <a:buChar char="○"/>
              <a:defRPr>
                <a:latin typeface="Outfit"/>
                <a:ea typeface="Outfit"/>
                <a:cs typeface="Outfit"/>
                <a:sym typeface="Outfit"/>
              </a:defRPr>
            </a:lvl2pPr>
            <a:lvl3pPr lvl="2" algn="l" rtl="0">
              <a:lnSpc>
                <a:spcPct val="100000"/>
              </a:lnSpc>
              <a:spcBef>
                <a:spcPts val="0"/>
              </a:spcBef>
              <a:spcAft>
                <a:spcPts val="0"/>
              </a:spcAft>
              <a:buSzPts val="1000"/>
              <a:buFont typeface="Outfit"/>
              <a:buChar char="■"/>
              <a:defRPr>
                <a:latin typeface="Outfit"/>
                <a:ea typeface="Outfit"/>
                <a:cs typeface="Outfit"/>
                <a:sym typeface="Outfit"/>
              </a:defRPr>
            </a:lvl3pPr>
            <a:lvl4pPr lvl="3" algn="l" rtl="0">
              <a:lnSpc>
                <a:spcPct val="100000"/>
              </a:lnSpc>
              <a:spcBef>
                <a:spcPts val="0"/>
              </a:spcBef>
              <a:spcAft>
                <a:spcPts val="0"/>
              </a:spcAft>
              <a:buSzPts val="900"/>
              <a:buFont typeface="Outfit"/>
              <a:buChar char="●"/>
              <a:defRPr>
                <a:latin typeface="Outfit"/>
                <a:ea typeface="Outfit"/>
                <a:cs typeface="Outfit"/>
                <a:sym typeface="Outfit"/>
              </a:defRPr>
            </a:lvl4pPr>
            <a:lvl5pPr lvl="4" algn="l" rtl="0">
              <a:lnSpc>
                <a:spcPct val="100000"/>
              </a:lnSpc>
              <a:spcBef>
                <a:spcPts val="0"/>
              </a:spcBef>
              <a:spcAft>
                <a:spcPts val="0"/>
              </a:spcAft>
              <a:buSzPts val="800"/>
              <a:buFont typeface="Outfit"/>
              <a:buChar char="○"/>
              <a:defRPr>
                <a:latin typeface="Outfit"/>
                <a:ea typeface="Outfit"/>
                <a:cs typeface="Outfit"/>
                <a:sym typeface="Outfit"/>
              </a:defRPr>
            </a:lvl5pPr>
            <a:lvl6pPr lvl="5" algn="l" rtl="0">
              <a:lnSpc>
                <a:spcPct val="100000"/>
              </a:lnSpc>
              <a:spcBef>
                <a:spcPts val="0"/>
              </a:spcBef>
              <a:spcAft>
                <a:spcPts val="0"/>
              </a:spcAft>
              <a:buSzPts val="700"/>
              <a:buFont typeface="Outfit"/>
              <a:buChar char="■"/>
              <a:defRPr>
                <a:latin typeface="Outfit"/>
                <a:ea typeface="Outfit"/>
                <a:cs typeface="Outfit"/>
                <a:sym typeface="Outfit"/>
              </a:defRPr>
            </a:lvl6pPr>
            <a:lvl7pPr lvl="6" algn="l" rtl="0">
              <a:lnSpc>
                <a:spcPct val="100000"/>
              </a:lnSpc>
              <a:spcBef>
                <a:spcPts val="0"/>
              </a:spcBef>
              <a:spcAft>
                <a:spcPts val="0"/>
              </a:spcAft>
              <a:buSzPts val="600"/>
              <a:buFont typeface="Outfit"/>
              <a:buChar char="●"/>
              <a:defRPr>
                <a:latin typeface="Outfit"/>
                <a:ea typeface="Outfit"/>
                <a:cs typeface="Outfit"/>
                <a:sym typeface="Outfit"/>
              </a:defRPr>
            </a:lvl7pPr>
            <a:lvl8pPr lvl="7" algn="l" rtl="0">
              <a:lnSpc>
                <a:spcPct val="100000"/>
              </a:lnSpc>
              <a:spcBef>
                <a:spcPts val="0"/>
              </a:spcBef>
              <a:spcAft>
                <a:spcPts val="0"/>
              </a:spcAft>
              <a:buSzPts val="600"/>
              <a:buFont typeface="Outfit"/>
              <a:buChar char="○"/>
              <a:defRPr>
                <a:latin typeface="Outfit"/>
                <a:ea typeface="Outfit"/>
                <a:cs typeface="Outfit"/>
                <a:sym typeface="Outfit"/>
              </a:defRPr>
            </a:lvl8pPr>
            <a:lvl9pPr lvl="8" algn="l" rtl="0">
              <a:lnSpc>
                <a:spcPct val="100000"/>
              </a:lnSpc>
              <a:spcBef>
                <a:spcPts val="0"/>
              </a:spcBef>
              <a:spcAft>
                <a:spcPts val="0"/>
              </a:spcAft>
              <a:buSzPts val="600"/>
              <a:buFont typeface="Outfit"/>
              <a:buChar char="■"/>
              <a:defRPr>
                <a:latin typeface="Outfit"/>
                <a:ea typeface="Outfit"/>
                <a:cs typeface="Outfit"/>
                <a:sym typeface="Outfit"/>
              </a:defRPr>
            </a:lvl9pPr>
          </a:lstStyle>
          <a:p>
            <a:endParaRPr/>
          </a:p>
        </p:txBody>
      </p:sp>
      <p:pic>
        <p:nvPicPr>
          <p:cNvPr id="795" name="Google Shape;795;p55"/>
          <p:cNvPicPr preferRelativeResize="0"/>
          <p:nvPr/>
        </p:nvPicPr>
        <p:blipFill>
          <a:blip r:embed="rId2">
            <a:alphaModFix/>
          </a:blip>
          <a:stretch>
            <a:fillRect/>
          </a:stretch>
        </p:blipFill>
        <p:spPr>
          <a:xfrm>
            <a:off x="19049" y="13839"/>
            <a:ext cx="215400" cy="223736"/>
          </a:xfrm>
          <a:prstGeom prst="rect">
            <a:avLst/>
          </a:prstGeom>
          <a:noFill/>
          <a:ln>
            <a:noFill/>
          </a:ln>
        </p:spPr>
      </p:pic>
      <p:sp>
        <p:nvSpPr>
          <p:cNvPr id="796" name="Google Shape;796;p55"/>
          <p:cNvSpPr txBox="1"/>
          <p:nvPr/>
        </p:nvSpPr>
        <p:spPr>
          <a:xfrm rot="-5400000">
            <a:off x="-803450" y="2464050"/>
            <a:ext cx="1815300" cy="215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650"/>
              <a:buFont typeface="Century Gothic"/>
              <a:buNone/>
            </a:pPr>
            <a:r>
              <a:rPr lang="en" sz="650">
                <a:solidFill>
                  <a:srgbClr val="0E2356"/>
                </a:solidFill>
                <a:latin typeface="Outfit"/>
                <a:ea typeface="Outfit"/>
                <a:cs typeface="Outfit"/>
                <a:sym typeface="Outfit"/>
              </a:rPr>
              <a:t>OCTO ACADEMY - Learn to change</a:t>
            </a:r>
            <a:endParaRPr sz="650" i="0" u="none" strike="noStrike" cap="none">
              <a:solidFill>
                <a:srgbClr val="0E2356"/>
              </a:solidFill>
              <a:latin typeface="Outfit"/>
              <a:ea typeface="Outfit"/>
              <a:cs typeface="Outfit"/>
              <a:sym typeface="Outfit"/>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1_Sommaire">
  <p:cSld name="1_Sommaire">
    <p:spTree>
      <p:nvGrpSpPr>
        <p:cNvPr id="1" name="Shape 797"/>
        <p:cNvGrpSpPr/>
        <p:nvPr/>
      </p:nvGrpSpPr>
      <p:grpSpPr>
        <a:xfrm>
          <a:off x="0" y="0"/>
          <a:ext cx="0" cy="0"/>
          <a:chOff x="0" y="0"/>
          <a:chExt cx="0" cy="0"/>
        </a:xfrm>
      </p:grpSpPr>
      <p:sp>
        <p:nvSpPr>
          <p:cNvPr id="798" name="Google Shape;798;p56"/>
          <p:cNvSpPr txBox="1"/>
          <p:nvPr/>
        </p:nvSpPr>
        <p:spPr>
          <a:xfrm>
            <a:off x="619545" y="4749146"/>
            <a:ext cx="0" cy="123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endParaRPr sz="800" b="1">
              <a:solidFill>
                <a:srgbClr val="FF7900"/>
              </a:solidFill>
              <a:latin typeface="Helvetica Neue"/>
              <a:ea typeface="Helvetica Neue"/>
              <a:cs typeface="Helvetica Neue"/>
              <a:sym typeface="Helvetica Neue"/>
            </a:endParaRPr>
          </a:p>
        </p:txBody>
      </p:sp>
      <p:sp>
        <p:nvSpPr>
          <p:cNvPr id="799" name="Google Shape;799;p56"/>
          <p:cNvSpPr txBox="1">
            <a:spLocks noGrp="1"/>
          </p:cNvSpPr>
          <p:nvPr>
            <p:ph type="body" idx="1"/>
          </p:nvPr>
        </p:nvSpPr>
        <p:spPr>
          <a:xfrm>
            <a:off x="4427984" y="1275606"/>
            <a:ext cx="4401600" cy="3365400"/>
          </a:xfrm>
          <a:prstGeom prst="rect">
            <a:avLst/>
          </a:prstGeom>
          <a:noFill/>
          <a:ln>
            <a:noFill/>
          </a:ln>
        </p:spPr>
        <p:txBody>
          <a:bodyPr spcFirstLastPara="1" wrap="square" lIns="0" tIns="0" rIns="0" bIns="0" anchor="t" anchorCtr="0">
            <a:noAutofit/>
          </a:bodyPr>
          <a:lstStyle>
            <a:lvl1pPr marL="457200" lvl="0" indent="-250825" algn="l" rtl="0">
              <a:lnSpc>
                <a:spcPct val="90000"/>
              </a:lnSpc>
              <a:spcBef>
                <a:spcPts val="600"/>
              </a:spcBef>
              <a:spcAft>
                <a:spcPts val="0"/>
              </a:spcAft>
              <a:buSzPts val="350"/>
              <a:buChar char="●"/>
              <a:defRPr>
                <a:solidFill>
                  <a:schemeClr val="dk1"/>
                </a:solidFill>
              </a:defRPr>
            </a:lvl1pPr>
            <a:lvl2pPr marL="914400" lvl="1" indent="-250825" algn="l" rtl="0">
              <a:lnSpc>
                <a:spcPct val="90000"/>
              </a:lnSpc>
              <a:spcBef>
                <a:spcPts val="600"/>
              </a:spcBef>
              <a:spcAft>
                <a:spcPts val="0"/>
              </a:spcAft>
              <a:buSzPts val="350"/>
              <a:buChar char="○"/>
              <a:defRPr>
                <a:solidFill>
                  <a:schemeClr val="dk1"/>
                </a:solidFill>
              </a:defRPr>
            </a:lvl2pPr>
            <a:lvl3pPr marL="1371600" lvl="2" indent="-317500" algn="l" rtl="0">
              <a:lnSpc>
                <a:spcPct val="90000"/>
              </a:lnSpc>
              <a:spcBef>
                <a:spcPts val="600"/>
              </a:spcBef>
              <a:spcAft>
                <a:spcPts val="0"/>
              </a:spcAft>
              <a:buClr>
                <a:srgbClr val="000000"/>
              </a:buClr>
              <a:buSzPts val="1400"/>
              <a:buChar char="■"/>
              <a:defRPr>
                <a:solidFill>
                  <a:schemeClr val="dk1"/>
                </a:solidFill>
              </a:defRPr>
            </a:lvl3pPr>
            <a:lvl4pPr marL="1828800" lvl="3" indent="-317500" algn="l" rtl="0">
              <a:lnSpc>
                <a:spcPct val="90000"/>
              </a:lnSpc>
              <a:spcBef>
                <a:spcPts val="280"/>
              </a:spcBef>
              <a:spcAft>
                <a:spcPts val="0"/>
              </a:spcAft>
              <a:buClr>
                <a:schemeClr val="dk1"/>
              </a:buClr>
              <a:buSzPts val="1400"/>
              <a:buChar char="●"/>
              <a:defRPr>
                <a:solidFill>
                  <a:schemeClr val="dk1"/>
                </a:solidFill>
              </a:defRPr>
            </a:lvl4pPr>
            <a:lvl5pPr marL="2286000" lvl="4" indent="-317500" algn="l" rtl="0">
              <a:lnSpc>
                <a:spcPct val="90000"/>
              </a:lnSpc>
              <a:spcBef>
                <a:spcPts val="280"/>
              </a:spcBef>
              <a:spcAft>
                <a:spcPts val="0"/>
              </a:spcAft>
              <a:buSzPts val="1400"/>
              <a:buChar char="○"/>
              <a:defRPr>
                <a:solidFill>
                  <a:schemeClr val="dk1"/>
                </a:solidFill>
              </a:defRPr>
            </a:lvl5pPr>
            <a:lvl6pPr marL="2743200" lvl="5" indent="-317500" algn="l" rtl="0">
              <a:spcBef>
                <a:spcPts val="280"/>
              </a:spcBef>
              <a:spcAft>
                <a:spcPts val="0"/>
              </a:spcAft>
              <a:buClr>
                <a:schemeClr val="dk1"/>
              </a:buClr>
              <a:buSzPts val="14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0" name="Google Shape;800;p56"/>
          <p:cNvSpPr txBox="1">
            <a:spLocks noGrp="1"/>
          </p:cNvSpPr>
          <p:nvPr>
            <p:ph type="title"/>
          </p:nvPr>
        </p:nvSpPr>
        <p:spPr>
          <a:xfrm>
            <a:off x="314325" y="267494"/>
            <a:ext cx="8515500" cy="7437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dk1"/>
              </a:buClr>
              <a:buSzPts val="2000"/>
              <a:buFont typeface="Helvetica Neue"/>
              <a:buChar char="●"/>
              <a:defRPr>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1" name="Google Shape;801;p56"/>
          <p:cNvSpPr>
            <a:spLocks noGrp="1"/>
          </p:cNvSpPr>
          <p:nvPr>
            <p:ph type="pic" idx="2"/>
          </p:nvPr>
        </p:nvSpPr>
        <p:spPr>
          <a:xfrm>
            <a:off x="314325" y="1275606"/>
            <a:ext cx="3969600" cy="3384300"/>
          </a:xfrm>
          <a:prstGeom prst="rect">
            <a:avLst/>
          </a:prstGeom>
          <a:noFill/>
          <a:ln>
            <a:noFill/>
          </a:ln>
        </p:spPr>
      </p:sp>
      <p:sp>
        <p:nvSpPr>
          <p:cNvPr id="802" name="Google Shape;802;p56"/>
          <p:cNvSpPr txBox="1">
            <a:spLocks noGrp="1"/>
          </p:cNvSpPr>
          <p:nvPr>
            <p:ph type="body" idx="3"/>
          </p:nvPr>
        </p:nvSpPr>
        <p:spPr>
          <a:xfrm>
            <a:off x="2123728" y="1311409"/>
            <a:ext cx="2160300" cy="1908300"/>
          </a:xfrm>
          <a:prstGeom prst="rect">
            <a:avLst/>
          </a:prstGeom>
          <a:solidFill>
            <a:schemeClr val="lt2"/>
          </a:solidFill>
          <a:ln>
            <a:noFill/>
          </a:ln>
        </p:spPr>
        <p:txBody>
          <a:bodyPr spcFirstLastPara="1" wrap="square" lIns="0" tIns="0" rIns="0" bIns="0" anchor="t" anchorCtr="0">
            <a:noAutofit/>
          </a:bodyPr>
          <a:lstStyle>
            <a:lvl1pPr marL="457200" lvl="0" indent="-250825" algn="l" rtl="0">
              <a:lnSpc>
                <a:spcPct val="90000"/>
              </a:lnSpc>
              <a:spcBef>
                <a:spcPts val="600"/>
              </a:spcBef>
              <a:spcAft>
                <a:spcPts val="0"/>
              </a:spcAft>
              <a:buSzPts val="350"/>
              <a:buChar char="●"/>
              <a:defRPr/>
            </a:lvl1pPr>
            <a:lvl2pPr marL="914400" lvl="1" indent="-250825" algn="l" rtl="0">
              <a:lnSpc>
                <a:spcPct val="90000"/>
              </a:lnSpc>
              <a:spcBef>
                <a:spcPts val="600"/>
              </a:spcBef>
              <a:spcAft>
                <a:spcPts val="0"/>
              </a:spcAft>
              <a:buSzPts val="350"/>
              <a:buChar char="○"/>
              <a:defRPr>
                <a:solidFill>
                  <a:schemeClr val="dk1"/>
                </a:solidFill>
              </a:defRPr>
            </a:lvl2pPr>
            <a:lvl3pPr marL="1371600" lvl="2" indent="-317500" algn="l" rtl="0">
              <a:lnSpc>
                <a:spcPct val="90000"/>
              </a:lnSpc>
              <a:spcBef>
                <a:spcPts val="600"/>
              </a:spcBef>
              <a:spcAft>
                <a:spcPts val="0"/>
              </a:spcAft>
              <a:buSzPts val="1400"/>
              <a:buChar char="■"/>
              <a:defRPr>
                <a:solidFill>
                  <a:schemeClr val="dk1"/>
                </a:solidFill>
              </a:defRPr>
            </a:lvl3pPr>
            <a:lvl4pPr marL="1828800" lvl="3" indent="-317500" algn="l" rtl="0">
              <a:lnSpc>
                <a:spcPct val="90000"/>
              </a:lnSpc>
              <a:spcBef>
                <a:spcPts val="280"/>
              </a:spcBef>
              <a:spcAft>
                <a:spcPts val="0"/>
              </a:spcAft>
              <a:buClr>
                <a:schemeClr val="dk1"/>
              </a:buClr>
              <a:buSzPts val="1400"/>
              <a:buChar char="●"/>
              <a:defRPr>
                <a:solidFill>
                  <a:schemeClr val="dk1"/>
                </a:solidFill>
              </a:defRPr>
            </a:lvl4pPr>
            <a:lvl5pPr marL="2286000" lvl="4" indent="-317500" algn="l" rtl="0">
              <a:lnSpc>
                <a:spcPct val="90000"/>
              </a:lnSpc>
              <a:spcBef>
                <a:spcPts val="280"/>
              </a:spcBef>
              <a:spcAft>
                <a:spcPts val="0"/>
              </a:spcAft>
              <a:buSzPts val="1400"/>
              <a:buChar char="○"/>
              <a:defRPr>
                <a:solidFill>
                  <a:schemeClr val="dk1"/>
                </a:solidFill>
              </a:defRPr>
            </a:lvl5pPr>
            <a:lvl6pPr marL="2743200" lvl="5" indent="-317500" algn="l" rtl="0">
              <a:spcBef>
                <a:spcPts val="280"/>
              </a:spcBef>
              <a:spcAft>
                <a:spcPts val="0"/>
              </a:spcAft>
              <a:buClr>
                <a:schemeClr val="dk1"/>
              </a:buClr>
              <a:buSzPts val="14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pic>
        <p:nvPicPr>
          <p:cNvPr id="803" name="Google Shape;803;p56"/>
          <p:cNvPicPr preferRelativeResize="0"/>
          <p:nvPr/>
        </p:nvPicPr>
        <p:blipFill rotWithShape="1">
          <a:blip r:embed="rId2">
            <a:alphaModFix/>
          </a:blip>
          <a:srcRect/>
          <a:stretch/>
        </p:blipFill>
        <p:spPr>
          <a:xfrm>
            <a:off x="8388424" y="4674235"/>
            <a:ext cx="672044" cy="39604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276301" y="292130"/>
            <a:ext cx="170063" cy="166438"/>
            <a:chOff x="6838242" y="518225"/>
            <a:chExt cx="1247708" cy="1221114"/>
          </a:xfrm>
        </p:grpSpPr>
        <p:sp>
          <p:nvSpPr>
            <p:cNvPr id="7" name="Google Shape;7;p1"/>
            <p:cNvSpPr/>
            <p:nvPr/>
          </p:nvSpPr>
          <p:spPr>
            <a:xfrm>
              <a:off x="7870550" y="5182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8" name="Google Shape;8;p1"/>
            <p:cNvSpPr/>
            <p:nvPr/>
          </p:nvSpPr>
          <p:spPr>
            <a:xfrm>
              <a:off x="6838242" y="539639"/>
              <a:ext cx="1200000" cy="1199700"/>
            </a:xfrm>
            <a:prstGeom prst="donut">
              <a:avLst>
                <a:gd name="adj" fmla="val 20918"/>
              </a:avLst>
            </a:prstGeom>
            <a:solidFill>
              <a:srgbClr val="0E235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9" name="Google Shape;9;p1"/>
            <p:cNvSpPr/>
            <p:nvPr/>
          </p:nvSpPr>
          <p:spPr>
            <a:xfrm>
              <a:off x="7483200" y="906125"/>
              <a:ext cx="215400" cy="215400"/>
            </a:xfrm>
            <a:prstGeom prst="ellipse">
              <a:avLst/>
            </a:prstGeom>
            <a:solidFill>
              <a:srgbClr val="00D2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grpSp>
      <p:sp>
        <p:nvSpPr>
          <p:cNvPr id="10" name="Google Shape;10;p1"/>
          <p:cNvSpPr txBox="1"/>
          <p:nvPr/>
        </p:nvSpPr>
        <p:spPr>
          <a:xfrm>
            <a:off x="8459275" y="4651925"/>
            <a:ext cx="4995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800"/>
              <a:buFont typeface="Outfit"/>
              <a:buNone/>
            </a:pPr>
            <a:r>
              <a:rPr lang="en" sz="800" b="0" i="0" u="none" strike="noStrike" cap="none">
                <a:solidFill>
                  <a:srgbClr val="00D2DD"/>
                </a:solidFill>
                <a:latin typeface="Outfit SemiBold"/>
                <a:ea typeface="Outfit SemiBold"/>
                <a:cs typeface="Outfit SemiBold"/>
                <a:sym typeface="Outfit SemiBold"/>
              </a:rPr>
              <a:t>.</a:t>
            </a:r>
            <a:fld id="{00000000-1234-1234-1234-123412341234}" type="slidenum">
              <a:rPr lang="en" sz="800" b="0" i="0" u="none" strike="noStrike" cap="none">
                <a:solidFill>
                  <a:srgbClr val="0E2356"/>
                </a:solidFill>
                <a:latin typeface="Outfit SemiBold"/>
                <a:ea typeface="Outfit SemiBold"/>
                <a:cs typeface="Outfit SemiBold"/>
                <a:sym typeface="Outfit SemiBold"/>
              </a:rPr>
              <a:t>‹#›</a:t>
            </a:fld>
            <a:endParaRPr sz="800" b="0" i="0" u="none" strike="noStrike" cap="none">
              <a:solidFill>
                <a:srgbClr val="0E2356"/>
              </a:solidFill>
              <a:latin typeface="Outfit SemiBold"/>
              <a:ea typeface="Outfit SemiBold"/>
              <a:cs typeface="Outfit SemiBold"/>
              <a:sym typeface="Outfit SemiBold"/>
            </a:endParaRPr>
          </a:p>
        </p:txBody>
      </p:sp>
      <p:cxnSp>
        <p:nvCxnSpPr>
          <p:cNvPr id="11" name="Google Shape;11;p1"/>
          <p:cNvCxnSpPr>
            <a:stCxn id="12" idx="2"/>
          </p:cNvCxnSpPr>
          <p:nvPr/>
        </p:nvCxnSpPr>
        <p:spPr>
          <a:xfrm>
            <a:off x="8676034" y="4864644"/>
            <a:ext cx="191400" cy="0"/>
          </a:xfrm>
          <a:prstGeom prst="straightConnector1">
            <a:avLst/>
          </a:prstGeom>
          <a:noFill/>
          <a:ln w="9525" cap="flat" cmpd="sng">
            <a:solidFill>
              <a:srgbClr val="0E2356"/>
            </a:solidFill>
            <a:prstDash val="solid"/>
            <a:round/>
            <a:headEnd type="none" w="sm" len="sm"/>
            <a:tailEnd type="none" w="sm" len="sm"/>
          </a:ln>
        </p:spPr>
      </p:cxnSp>
      <p:sp>
        <p:nvSpPr>
          <p:cNvPr id="13" name="Google Shape;13;p1"/>
          <p:cNvSpPr/>
          <p:nvPr/>
        </p:nvSpPr>
        <p:spPr>
          <a:xfrm>
            <a:off x="8662728" y="4667715"/>
            <a:ext cx="200700" cy="196200"/>
          </a:xfrm>
          <a:prstGeom prst="arc">
            <a:avLst>
              <a:gd name="adj1" fmla="val 16241889"/>
              <a:gd name="adj2" fmla="val 167312"/>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4" name="Google Shape;14;p1"/>
          <p:cNvCxnSpPr>
            <a:endCxn id="13" idx="2"/>
          </p:cNvCxnSpPr>
          <p:nvPr/>
        </p:nvCxnSpPr>
        <p:spPr>
          <a:xfrm rot="10800000">
            <a:off x="8863304" y="4770697"/>
            <a:ext cx="0" cy="98400"/>
          </a:xfrm>
          <a:prstGeom prst="straightConnector1">
            <a:avLst/>
          </a:prstGeom>
          <a:noFill/>
          <a:ln w="9525" cap="flat" cmpd="sng">
            <a:solidFill>
              <a:srgbClr val="0E2356"/>
            </a:solidFill>
            <a:prstDash val="solid"/>
            <a:round/>
            <a:headEnd type="none" w="sm" len="sm"/>
            <a:tailEnd type="none" w="sm" len="sm"/>
          </a:ln>
        </p:spPr>
      </p:cxnSp>
      <p:sp>
        <p:nvSpPr>
          <p:cNvPr id="15" name="Google Shape;15;p1"/>
          <p:cNvSpPr/>
          <p:nvPr/>
        </p:nvSpPr>
        <p:spPr>
          <a:xfrm rot="-5400000">
            <a:off x="8575218" y="4670051"/>
            <a:ext cx="200700" cy="196200"/>
          </a:xfrm>
          <a:prstGeom prst="arc">
            <a:avLst>
              <a:gd name="adj1" fmla="val 16241889"/>
              <a:gd name="adj2" fmla="val 1152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sp>
        <p:nvSpPr>
          <p:cNvPr id="12" name="Google Shape;12;p1"/>
          <p:cNvSpPr/>
          <p:nvPr/>
        </p:nvSpPr>
        <p:spPr>
          <a:xfrm rot="-5400000" flipH="1">
            <a:off x="8575218" y="4666195"/>
            <a:ext cx="200700" cy="196200"/>
          </a:xfrm>
          <a:prstGeom prst="arc">
            <a:avLst>
              <a:gd name="adj1" fmla="val 16241889"/>
              <a:gd name="adj2" fmla="val 15973"/>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Outfit"/>
              <a:buNone/>
            </a:pPr>
            <a:endParaRPr sz="1400" b="0" i="0" u="none" strike="noStrike" cap="none">
              <a:solidFill>
                <a:srgbClr val="000000"/>
              </a:solidFill>
              <a:latin typeface="Outfit"/>
              <a:ea typeface="Outfit"/>
              <a:cs typeface="Outfit"/>
              <a:sym typeface="Outfit"/>
            </a:endParaRPr>
          </a:p>
        </p:txBody>
      </p:sp>
      <p:cxnSp>
        <p:nvCxnSpPr>
          <p:cNvPr id="16" name="Google Shape;16;p1"/>
          <p:cNvCxnSpPr>
            <a:stCxn id="15" idx="2"/>
            <a:endCxn id="13" idx="0"/>
          </p:cNvCxnSpPr>
          <p:nvPr/>
        </p:nvCxnSpPr>
        <p:spPr>
          <a:xfrm>
            <a:off x="8675904" y="4667802"/>
            <a:ext cx="88500" cy="0"/>
          </a:xfrm>
          <a:prstGeom prst="straightConnector1">
            <a:avLst/>
          </a:prstGeom>
          <a:noFill/>
          <a:ln w="9525" cap="flat" cmpd="sng">
            <a:solidFill>
              <a:srgbClr val="0E2356"/>
            </a:solidFill>
            <a:prstDash val="solid"/>
            <a:round/>
            <a:headEnd type="none" w="sm" len="sm"/>
            <a:tailEnd type="none" w="sm" len="sm"/>
          </a:ln>
        </p:spPr>
      </p:cxnSp>
      <p:sp>
        <p:nvSpPr>
          <p:cNvPr id="17" name="Google Shape;17;p1"/>
          <p:cNvSpPr/>
          <p:nvPr/>
        </p:nvSpPr>
        <p:spPr>
          <a:xfrm rot="-5400000">
            <a:off x="-977675" y="3501500"/>
            <a:ext cx="2557500" cy="204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650"/>
              <a:buFont typeface="Outfit"/>
              <a:buNone/>
            </a:pPr>
            <a:r>
              <a:rPr lang="en" sz="500" b="0" i="0" u="none" strike="noStrike" cap="none">
                <a:solidFill>
                  <a:schemeClr val="dk1"/>
                </a:solidFill>
                <a:latin typeface="Outfit Medium"/>
                <a:ea typeface="Outfit Medium"/>
                <a:cs typeface="Outfit Medium"/>
                <a:sym typeface="Outfit Medium"/>
              </a:rPr>
              <a:t>OCTO I PART OF ACCENTURE</a:t>
            </a:r>
            <a:r>
              <a:rPr lang="en" sz="500" b="0" i="0" u="none" strike="noStrike" cap="none">
                <a:solidFill>
                  <a:schemeClr val="dk1"/>
                </a:solidFill>
                <a:latin typeface="Outfit"/>
                <a:ea typeface="Outfit"/>
                <a:cs typeface="Outfit"/>
                <a:sym typeface="Outfit"/>
              </a:rPr>
              <a:t>© 202</a:t>
            </a:r>
            <a:r>
              <a:rPr lang="en" sz="500">
                <a:solidFill>
                  <a:schemeClr val="dk1"/>
                </a:solidFill>
                <a:latin typeface="Outfit"/>
                <a:ea typeface="Outfit"/>
                <a:cs typeface="Outfit"/>
                <a:sym typeface="Outfit"/>
              </a:rPr>
              <a:t>4</a:t>
            </a:r>
            <a:r>
              <a:rPr lang="en" sz="500" b="0" i="0" u="none" strike="noStrike" cap="none">
                <a:solidFill>
                  <a:schemeClr val="dk1"/>
                </a:solidFill>
                <a:latin typeface="Outfit"/>
                <a:ea typeface="Outfit"/>
                <a:cs typeface="Outfit"/>
                <a:sym typeface="Outfit"/>
              </a:rPr>
              <a:t> - All rights reserved</a:t>
            </a:r>
            <a:endParaRPr sz="500" b="0" i="0" u="none" strike="noStrike" cap="none">
              <a:solidFill>
                <a:srgbClr val="0E2356"/>
              </a:solidFill>
              <a:latin typeface="Outfit Medium"/>
              <a:ea typeface="Outfit Medium"/>
              <a:cs typeface="Outfit Medium"/>
              <a:sym typeface="Outfit Medium"/>
            </a:endParaRPr>
          </a:p>
        </p:txBody>
      </p:sp>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7" r:id="rId6"/>
    <p:sldLayoutId id="2147483658" r:id="rId7"/>
    <p:sldLayoutId id="2147483660" r:id="rId8"/>
    <p:sldLayoutId id="2147483661" r:id="rId9"/>
    <p:sldLayoutId id="2147483662" r:id="rId10"/>
    <p:sldLayoutId id="2147483663" r:id="rId11"/>
    <p:sldLayoutId id="2147483664" r:id="rId12"/>
    <p:sldLayoutId id="2147483665" r:id="rId13"/>
    <p:sldLayoutId id="2147483667" r:id="rId14"/>
    <p:sldLayoutId id="2147483668" r:id="rId15"/>
    <p:sldLayoutId id="2147483669" r:id="rId16"/>
    <p:sldLayoutId id="2147483670" r:id="rId17"/>
    <p:sldLayoutId id="2147483671" r:id="rId18"/>
    <p:sldLayoutId id="2147483672" r:id="rId19"/>
    <p:sldLayoutId id="2147483673" r:id="rId20"/>
    <p:sldLayoutId id="2147483674" r:id="rId21"/>
    <p:sldLayoutId id="2147483675" r:id="rId22"/>
    <p:sldLayoutId id="2147483676" r:id="rId23"/>
    <p:sldLayoutId id="2147483677" r:id="rId24"/>
    <p:sldLayoutId id="2147483678" r:id="rId25"/>
    <p:sldLayoutId id="2147483679" r:id="rId26"/>
    <p:sldLayoutId id="2147483680" r:id="rId27"/>
    <p:sldLayoutId id="2147483681" r:id="rId28"/>
    <p:sldLayoutId id="2147483683" r:id="rId29"/>
    <p:sldLayoutId id="2147483684" r:id="rId30"/>
    <p:sldLayoutId id="2147483685" r:id="rId31"/>
    <p:sldLayoutId id="2147483686" r:id="rId32"/>
    <p:sldLayoutId id="2147483687" r:id="rId33"/>
    <p:sldLayoutId id="2147483688" r:id="rId34"/>
    <p:sldLayoutId id="2147483689" r:id="rId35"/>
    <p:sldLayoutId id="2147483690" r:id="rId36"/>
    <p:sldLayoutId id="2147483691" r:id="rId37"/>
    <p:sldLayoutId id="2147483693" r:id="rId38"/>
    <p:sldLayoutId id="2147483694" r:id="rId39"/>
    <p:sldLayoutId id="2147483697" r:id="rId40"/>
    <p:sldLayoutId id="2147483698" r:id="rId41"/>
    <p:sldLayoutId id="2147483699" r:id="rId42"/>
    <p:sldLayoutId id="2147483700" r:id="rId43"/>
    <p:sldLayoutId id="2147483701" r:id="rId44"/>
    <p:sldLayoutId id="2147483702"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796">
          <p15:clr>
            <a:srgbClr val="EA4335"/>
          </p15:clr>
        </p15:guide>
        <p15:guide id="2" pos="2880">
          <p15:clr>
            <a:srgbClr val="EA4335"/>
          </p15:clr>
        </p15:guide>
        <p15:guide id="3" orient="horz" pos="3064">
          <p15:clr>
            <a:srgbClr val="EA4335"/>
          </p15:clr>
        </p15:guide>
        <p15:guide id="4" orient="horz" pos="236">
          <p15:clr>
            <a:srgbClr val="EA4335"/>
          </p15:clr>
        </p15:guide>
        <p15:guide id="5" pos="360">
          <p15:clr>
            <a:srgbClr val="EA4335"/>
          </p15:clr>
        </p15:guide>
        <p15:guide id="6" pos="5403">
          <p15:clr>
            <a:srgbClr val="EA4335"/>
          </p15:clr>
        </p15:guide>
        <p15:guide id="7" orient="horz" pos="515">
          <p15:clr>
            <a:srgbClr val="E46962"/>
          </p15:clr>
        </p15:guide>
        <p15:guide id="8" orient="horz" pos="802">
          <p15:clr>
            <a:srgbClr val="E46962"/>
          </p15:clr>
        </p15:guide>
        <p15:guide id="9" pos="3697">
          <p15:clr>
            <a:srgbClr val="E46962"/>
          </p15:clr>
        </p15:guide>
        <p15:guide id="10" pos="2168">
          <p15:clr>
            <a:srgbClr val="E46962"/>
          </p15:clr>
        </p15:guide>
        <p15:guide id="11" pos="3372">
          <p15:clr>
            <a:srgbClr val="E46962"/>
          </p15:clr>
        </p15:guide>
        <p15:guide id="12" pos="2484">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omments" Target="../comments/commen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comments" Target="../comments/comment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hyperlink" Target="https://blog.octo.com/au-dela-des-okr-le-pilotage-par-limpact-cafe-du-produit-21" TargetMode="External"/><Relationship Id="rId3" Type="http://schemas.openxmlformats.org/officeDocument/2006/relationships/hyperlink" Target="https://usievents.com/" TargetMode="External"/><Relationship Id="rId7" Type="http://schemas.openxmlformats.org/officeDocument/2006/relationships/hyperlink" Target="https://schoolofpo.co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hyperlink" Target="https://www.octo.academy/" TargetMode="External"/><Relationship Id="rId11" Type="http://schemas.openxmlformats.org/officeDocument/2006/relationships/comments" Target="../comments/comment3.xml"/><Relationship Id="rId5" Type="http://schemas.openxmlformats.org/officeDocument/2006/relationships/hyperlink" Target="https://www.youtube.com/watch?v=MNjPfMk8CZY" TargetMode="External"/><Relationship Id="rId10" Type="http://schemas.openxmlformats.org/officeDocument/2006/relationships/image" Target="../media/image13.png"/><Relationship Id="rId4" Type="http://schemas.openxmlformats.org/officeDocument/2006/relationships/hyperlink" Target="https://publication.octo.com/fr/culture-produit-product-management-octo" TargetMode="External"/><Relationship Id="rId9" Type="http://schemas.openxmlformats.org/officeDocument/2006/relationships/hyperlink" Target="https://evenement.octo.com/inscription-aux-comptoirs-du-mo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93"/>
        <p:cNvGrpSpPr/>
        <p:nvPr/>
      </p:nvGrpSpPr>
      <p:grpSpPr>
        <a:xfrm>
          <a:off x="0" y="0"/>
          <a:ext cx="0" cy="0"/>
          <a:chOff x="0" y="0"/>
          <a:chExt cx="0" cy="0"/>
        </a:xfrm>
      </p:grpSpPr>
      <p:grpSp>
        <p:nvGrpSpPr>
          <p:cNvPr id="1494" name="Google Shape;1494;p120"/>
          <p:cNvGrpSpPr/>
          <p:nvPr/>
        </p:nvGrpSpPr>
        <p:grpSpPr>
          <a:xfrm>
            <a:off x="706478" y="1044390"/>
            <a:ext cx="2331788" cy="1102856"/>
            <a:chOff x="667236" y="1144175"/>
            <a:chExt cx="2174364" cy="1028400"/>
          </a:xfrm>
        </p:grpSpPr>
        <p:sp>
          <p:nvSpPr>
            <p:cNvPr id="1495" name="Google Shape;1495;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r"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Le soutien aux accompagnements est porté par un (ou plusieurs) leader(s) avec une intention régulièrement clarifiée, précisée et partagée avec un vocabulaire adapté.</a:t>
              </a:r>
              <a:endParaRPr sz="900" i="0" u="none" strike="noStrike" cap="none">
                <a:solidFill>
                  <a:schemeClr val="dk1"/>
                </a:solidFill>
                <a:latin typeface="Outfit"/>
                <a:ea typeface="Outfit"/>
                <a:cs typeface="Outfit"/>
                <a:sym typeface="Outfit"/>
              </a:endParaRPr>
            </a:p>
          </p:txBody>
        </p:sp>
        <p:sp>
          <p:nvSpPr>
            <p:cNvPr id="1496" name="Google Shape;1496;p120"/>
            <p:cNvSpPr/>
            <p:nvPr/>
          </p:nvSpPr>
          <p:spPr>
            <a:xfrm>
              <a:off x="687300" y="1144175"/>
              <a:ext cx="2154300" cy="266100"/>
            </a:xfrm>
            <a:prstGeom prst="rect">
              <a:avLst/>
            </a:prstGeom>
            <a:noFill/>
            <a:ln>
              <a:noFill/>
            </a:ln>
          </p:spPr>
          <p:txBody>
            <a:bodyPr spcFirstLastPara="1" wrap="square" lIns="28575" tIns="28575" rIns="28575" bIns="28575" anchor="ctr" anchorCtr="0">
              <a:noAutofit/>
            </a:bodyPr>
            <a:lstStyle/>
            <a:p>
              <a:pPr marL="0" marR="0" lvl="0" indent="0" algn="r"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Un leadership fort</a:t>
              </a:r>
              <a:endParaRPr sz="1200" b="1" i="0" u="none" strike="noStrike" cap="none">
                <a:solidFill>
                  <a:schemeClr val="dk1"/>
                </a:solidFill>
                <a:latin typeface="Outfit"/>
                <a:ea typeface="Outfit"/>
                <a:cs typeface="Outfit"/>
                <a:sym typeface="Outfit"/>
              </a:endParaRPr>
            </a:p>
          </p:txBody>
        </p:sp>
      </p:grpSp>
      <p:grpSp>
        <p:nvGrpSpPr>
          <p:cNvPr id="1497" name="Google Shape;1497;p120"/>
          <p:cNvGrpSpPr/>
          <p:nvPr/>
        </p:nvGrpSpPr>
        <p:grpSpPr>
          <a:xfrm>
            <a:off x="706478" y="2220874"/>
            <a:ext cx="2331788" cy="1102856"/>
            <a:chOff x="667236" y="1144175"/>
            <a:chExt cx="2174364" cy="1028400"/>
          </a:xfrm>
        </p:grpSpPr>
        <p:sp>
          <p:nvSpPr>
            <p:cNvPr id="1498" name="Google Shape;1498;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r"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Les chantiers sont pilotés par des objectifs et des critères de mesure. Exemple des KPIs : Time To Market, Qualité, Satisfaction Clients, Satisfaction Collaborateurs...</a:t>
              </a:r>
              <a:endParaRPr sz="900" i="0" u="none" strike="noStrike" cap="none">
                <a:solidFill>
                  <a:schemeClr val="dk1"/>
                </a:solidFill>
                <a:latin typeface="Outfit"/>
                <a:ea typeface="Outfit"/>
                <a:cs typeface="Outfit"/>
                <a:sym typeface="Outfit"/>
              </a:endParaRPr>
            </a:p>
          </p:txBody>
        </p:sp>
        <p:sp>
          <p:nvSpPr>
            <p:cNvPr id="1499" name="Google Shape;1499;p120"/>
            <p:cNvSpPr/>
            <p:nvPr/>
          </p:nvSpPr>
          <p:spPr>
            <a:xfrm>
              <a:off x="687300" y="1144175"/>
              <a:ext cx="2154300" cy="266100"/>
            </a:xfrm>
            <a:prstGeom prst="rect">
              <a:avLst/>
            </a:prstGeom>
            <a:noFill/>
            <a:ln>
              <a:noFill/>
            </a:ln>
          </p:spPr>
          <p:txBody>
            <a:bodyPr spcFirstLastPara="1" wrap="square" lIns="28575" tIns="28575" rIns="28575" bIns="28575" anchor="ctr" anchorCtr="0">
              <a:noAutofit/>
            </a:bodyPr>
            <a:lstStyle/>
            <a:p>
              <a:pPr marL="0" marR="0" lvl="0" indent="0" algn="r"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Un pilotage par la mesure</a:t>
              </a:r>
              <a:endParaRPr sz="1200" b="1" i="0" u="none" strike="noStrike" cap="none">
                <a:solidFill>
                  <a:schemeClr val="dk1"/>
                </a:solidFill>
                <a:latin typeface="Outfit"/>
                <a:ea typeface="Outfit"/>
                <a:cs typeface="Outfit"/>
                <a:sym typeface="Outfit"/>
              </a:endParaRPr>
            </a:p>
          </p:txBody>
        </p:sp>
      </p:grpSp>
      <p:grpSp>
        <p:nvGrpSpPr>
          <p:cNvPr id="1500" name="Google Shape;1500;p120"/>
          <p:cNvGrpSpPr/>
          <p:nvPr/>
        </p:nvGrpSpPr>
        <p:grpSpPr>
          <a:xfrm>
            <a:off x="706478" y="3397358"/>
            <a:ext cx="2331788" cy="1102856"/>
            <a:chOff x="667236" y="1144175"/>
            <a:chExt cx="2174364" cy="1028400"/>
          </a:xfrm>
        </p:grpSpPr>
        <p:sp>
          <p:nvSpPr>
            <p:cNvPr id="1501" name="Google Shape;1501;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r"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L’ensemble s’inscrit dans une démarche d’amélioration continue basée sur la transparence et le feedback, qui produit des actions concrètes et suivies dans la durée...ce qui implique le droit à l’erreur !</a:t>
              </a:r>
              <a:endParaRPr sz="900" i="0" u="none" strike="noStrike" cap="none">
                <a:solidFill>
                  <a:schemeClr val="dk1"/>
                </a:solidFill>
                <a:latin typeface="Outfit"/>
                <a:ea typeface="Outfit"/>
                <a:cs typeface="Outfit"/>
                <a:sym typeface="Outfit"/>
              </a:endParaRPr>
            </a:p>
          </p:txBody>
        </p:sp>
        <p:sp>
          <p:nvSpPr>
            <p:cNvPr id="1502" name="Google Shape;1502;p120"/>
            <p:cNvSpPr/>
            <p:nvPr/>
          </p:nvSpPr>
          <p:spPr>
            <a:xfrm>
              <a:off x="687300" y="1144175"/>
              <a:ext cx="2154300" cy="266100"/>
            </a:xfrm>
            <a:prstGeom prst="rect">
              <a:avLst/>
            </a:prstGeom>
            <a:noFill/>
            <a:ln>
              <a:noFill/>
            </a:ln>
          </p:spPr>
          <p:txBody>
            <a:bodyPr spcFirstLastPara="1" wrap="square" lIns="28575" tIns="28575" rIns="28575" bIns="28575" anchor="ctr" anchorCtr="0">
              <a:noAutofit/>
            </a:bodyPr>
            <a:lstStyle/>
            <a:p>
              <a:pPr marL="0" marR="0" lvl="0" indent="0" algn="r"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De l’amélioration continue</a:t>
              </a:r>
              <a:endParaRPr sz="1200" b="1" i="0" u="none" strike="noStrike" cap="none">
                <a:solidFill>
                  <a:schemeClr val="dk1"/>
                </a:solidFill>
                <a:latin typeface="Outfit"/>
                <a:ea typeface="Outfit"/>
                <a:cs typeface="Outfit"/>
                <a:sym typeface="Outfit"/>
              </a:endParaRPr>
            </a:p>
          </p:txBody>
        </p:sp>
      </p:grpSp>
      <p:grpSp>
        <p:nvGrpSpPr>
          <p:cNvPr id="1503" name="Google Shape;1503;p120"/>
          <p:cNvGrpSpPr/>
          <p:nvPr/>
        </p:nvGrpSpPr>
        <p:grpSpPr>
          <a:xfrm>
            <a:off x="5935312" y="1044390"/>
            <a:ext cx="2331788" cy="1102856"/>
            <a:chOff x="667236" y="1144175"/>
            <a:chExt cx="2174364" cy="1028400"/>
          </a:xfrm>
        </p:grpSpPr>
        <p:sp>
          <p:nvSpPr>
            <p:cNvPr id="1504" name="Google Shape;1504;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l"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L'ambition des accompagnements est concrétisée par une vision claire et partagée par toutes les parties prenantes, utilisée pour communiquer.</a:t>
              </a:r>
              <a:endParaRPr sz="900" i="0" u="none" strike="noStrike" cap="none">
                <a:solidFill>
                  <a:schemeClr val="dk1"/>
                </a:solidFill>
                <a:latin typeface="Outfit"/>
                <a:ea typeface="Outfit"/>
                <a:cs typeface="Outfit"/>
                <a:sym typeface="Outfit"/>
              </a:endParaRPr>
            </a:p>
          </p:txBody>
        </p:sp>
        <p:sp>
          <p:nvSpPr>
            <p:cNvPr id="1505" name="Google Shape;1505;p120"/>
            <p:cNvSpPr/>
            <p:nvPr/>
          </p:nvSpPr>
          <p:spPr>
            <a:xfrm>
              <a:off x="687300" y="1144175"/>
              <a:ext cx="2154300" cy="266100"/>
            </a:xfrm>
            <a:prstGeom prst="rect">
              <a:avLst/>
            </a:prstGeom>
            <a:noFill/>
            <a:ln>
              <a:noFill/>
            </a:ln>
          </p:spPr>
          <p:txBody>
            <a:bodyPr spcFirstLastPara="1" wrap="square" lIns="28575" tIns="28575" rIns="28575" bIns="28575" anchor="ctr" anchorCtr="0">
              <a:noAutofit/>
            </a:bodyPr>
            <a:lstStyle/>
            <a:p>
              <a:pPr marL="0" marR="0" lvl="0" indent="0" algn="l"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Une vision claire et partagée</a:t>
              </a:r>
              <a:endParaRPr sz="1200" b="1" i="0" u="none" strike="noStrike" cap="none">
                <a:solidFill>
                  <a:schemeClr val="dk1"/>
                </a:solidFill>
                <a:latin typeface="Outfit"/>
                <a:ea typeface="Outfit"/>
                <a:cs typeface="Outfit"/>
                <a:sym typeface="Outfit"/>
              </a:endParaRPr>
            </a:p>
          </p:txBody>
        </p:sp>
      </p:grpSp>
      <p:grpSp>
        <p:nvGrpSpPr>
          <p:cNvPr id="1506" name="Google Shape;1506;p120"/>
          <p:cNvGrpSpPr/>
          <p:nvPr/>
        </p:nvGrpSpPr>
        <p:grpSpPr>
          <a:xfrm>
            <a:off x="5935312" y="2220874"/>
            <a:ext cx="2654485" cy="1102856"/>
            <a:chOff x="667236" y="1144175"/>
            <a:chExt cx="2475275" cy="1028400"/>
          </a:xfrm>
        </p:grpSpPr>
        <p:sp>
          <p:nvSpPr>
            <p:cNvPr id="1507" name="Google Shape;1507;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l"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Une ambition de démarrer vite pour tester un nouveau modèle et apprendre ce qui convient à vos équipes.</a:t>
              </a:r>
              <a:endParaRPr sz="900" i="0" u="none" strike="noStrike" cap="none">
                <a:solidFill>
                  <a:schemeClr val="dk1"/>
                </a:solidFill>
                <a:latin typeface="Outfit"/>
                <a:ea typeface="Outfit"/>
                <a:cs typeface="Outfit"/>
                <a:sym typeface="Outfit"/>
              </a:endParaRPr>
            </a:p>
          </p:txBody>
        </p:sp>
        <p:sp>
          <p:nvSpPr>
            <p:cNvPr id="1508" name="Google Shape;1508;p120"/>
            <p:cNvSpPr/>
            <p:nvPr/>
          </p:nvSpPr>
          <p:spPr>
            <a:xfrm>
              <a:off x="687311" y="1144175"/>
              <a:ext cx="2455200" cy="266100"/>
            </a:xfrm>
            <a:prstGeom prst="rect">
              <a:avLst/>
            </a:prstGeom>
            <a:noFill/>
            <a:ln>
              <a:noFill/>
            </a:ln>
          </p:spPr>
          <p:txBody>
            <a:bodyPr spcFirstLastPara="1" wrap="square" lIns="28575" tIns="28575" rIns="28575" bIns="28575" anchor="ctr" anchorCtr="0">
              <a:noAutofit/>
            </a:bodyPr>
            <a:lstStyle/>
            <a:p>
              <a:pPr marL="0" marR="0" lvl="0" indent="0" algn="l"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Think BIG, Start </a:t>
              </a:r>
              <a:r>
                <a:rPr lang="en" sz="1000" b="1">
                  <a:solidFill>
                    <a:schemeClr val="dk1"/>
                  </a:solidFill>
                  <a:latin typeface="Outfit"/>
                  <a:ea typeface="Outfit"/>
                  <a:cs typeface="Outfit"/>
                  <a:sym typeface="Outfit"/>
                </a:rPr>
                <a:t>small</a:t>
              </a:r>
              <a:r>
                <a:rPr lang="en" sz="1200" b="1">
                  <a:solidFill>
                    <a:schemeClr val="dk1"/>
                  </a:solidFill>
                  <a:latin typeface="Outfit"/>
                  <a:ea typeface="Outfit"/>
                  <a:cs typeface="Outfit"/>
                  <a:sym typeface="Outfit"/>
                </a:rPr>
                <a:t>, Learn </a:t>
              </a:r>
              <a:r>
                <a:rPr lang="en" sz="1200" b="1" i="1">
                  <a:solidFill>
                    <a:schemeClr val="dk1"/>
                  </a:solidFill>
                  <a:latin typeface="Outfit"/>
                  <a:ea typeface="Outfit"/>
                  <a:cs typeface="Outfit"/>
                  <a:sym typeface="Outfit"/>
                </a:rPr>
                <a:t>Fast</a:t>
              </a:r>
              <a:endParaRPr sz="1200" b="1" i="1" u="none" strike="noStrike" cap="none">
                <a:solidFill>
                  <a:schemeClr val="dk1"/>
                </a:solidFill>
                <a:latin typeface="Outfit"/>
                <a:ea typeface="Outfit"/>
                <a:cs typeface="Outfit"/>
                <a:sym typeface="Outfit"/>
              </a:endParaRPr>
            </a:p>
          </p:txBody>
        </p:sp>
      </p:grpSp>
      <p:grpSp>
        <p:nvGrpSpPr>
          <p:cNvPr id="1509" name="Google Shape;1509;p120"/>
          <p:cNvGrpSpPr/>
          <p:nvPr/>
        </p:nvGrpSpPr>
        <p:grpSpPr>
          <a:xfrm>
            <a:off x="5935312" y="3397358"/>
            <a:ext cx="2331788" cy="1102856"/>
            <a:chOff x="667236" y="1144175"/>
            <a:chExt cx="2174364" cy="1028400"/>
          </a:xfrm>
        </p:grpSpPr>
        <p:sp>
          <p:nvSpPr>
            <p:cNvPr id="1510" name="Google Shape;1510;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l"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L'évolution des équipes est vue comme un processus continu réalisé par cycles courts de 4 mois qui apportent de la valeur, donnent du rythme et de la visibilité;</a:t>
              </a:r>
              <a:endParaRPr sz="900" i="0" u="none" strike="noStrike" cap="none">
                <a:solidFill>
                  <a:schemeClr val="dk1"/>
                </a:solidFill>
                <a:latin typeface="Outfit"/>
                <a:ea typeface="Outfit"/>
                <a:cs typeface="Outfit"/>
                <a:sym typeface="Outfit"/>
              </a:endParaRPr>
            </a:p>
          </p:txBody>
        </p:sp>
        <p:sp>
          <p:nvSpPr>
            <p:cNvPr id="1511" name="Google Shape;1511;p120"/>
            <p:cNvSpPr/>
            <p:nvPr/>
          </p:nvSpPr>
          <p:spPr>
            <a:xfrm>
              <a:off x="687300" y="1144175"/>
              <a:ext cx="2154300" cy="266100"/>
            </a:xfrm>
            <a:prstGeom prst="rect">
              <a:avLst/>
            </a:prstGeom>
            <a:noFill/>
            <a:ln>
              <a:noFill/>
            </a:ln>
          </p:spPr>
          <p:txBody>
            <a:bodyPr spcFirstLastPara="1" wrap="square" lIns="28575" tIns="28575" rIns="28575" bIns="28575" anchor="ctr" anchorCtr="0">
              <a:noAutofit/>
            </a:bodyPr>
            <a:lstStyle/>
            <a:p>
              <a:pPr marL="0" marR="0" lvl="0" indent="0" algn="l"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Itératif et Incrémental</a:t>
              </a:r>
              <a:endParaRPr sz="1200" b="1" i="0" u="none" strike="noStrike" cap="none">
                <a:solidFill>
                  <a:schemeClr val="dk1"/>
                </a:solidFill>
                <a:latin typeface="Outfit"/>
                <a:ea typeface="Outfit"/>
                <a:cs typeface="Outfit"/>
                <a:sym typeface="Outfit"/>
              </a:endParaRPr>
            </a:p>
          </p:txBody>
        </p:sp>
      </p:grpSp>
      <p:grpSp>
        <p:nvGrpSpPr>
          <p:cNvPr id="1512" name="Google Shape;1512;p120"/>
          <p:cNvGrpSpPr/>
          <p:nvPr/>
        </p:nvGrpSpPr>
        <p:grpSpPr>
          <a:xfrm>
            <a:off x="3313978" y="3557177"/>
            <a:ext cx="2331788" cy="1102856"/>
            <a:chOff x="667236" y="1144175"/>
            <a:chExt cx="2174364" cy="1028400"/>
          </a:xfrm>
        </p:grpSpPr>
        <p:sp>
          <p:nvSpPr>
            <p:cNvPr id="1513" name="Google Shape;1513;p120"/>
            <p:cNvSpPr/>
            <p:nvPr/>
          </p:nvSpPr>
          <p:spPr>
            <a:xfrm>
              <a:off x="667236" y="1406675"/>
              <a:ext cx="2154300" cy="765900"/>
            </a:xfrm>
            <a:prstGeom prst="rect">
              <a:avLst/>
            </a:prstGeom>
            <a:noFill/>
            <a:ln>
              <a:noFill/>
            </a:ln>
          </p:spPr>
          <p:txBody>
            <a:bodyPr spcFirstLastPara="1" wrap="square" lIns="28575" tIns="28575" rIns="28575" bIns="28575" anchor="t" anchorCtr="0">
              <a:noAutofit/>
            </a:bodyPr>
            <a:lstStyle/>
            <a:p>
              <a:pPr marL="0" marR="0" lvl="0" indent="0" algn="ctr" rtl="0">
                <a:lnSpc>
                  <a:spcPct val="115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Les managers s’engagent en travaillant leur “leadership agile” puis en démontrant au quotidien qu’ils favorisent l’autonomie et la responsabilité des équipes, et qu’ils font évoluer le cadre et les processus pour faciliter la transformation</a:t>
              </a:r>
              <a:endParaRPr sz="900" i="0" u="none" strike="noStrike" cap="none">
                <a:solidFill>
                  <a:schemeClr val="dk1"/>
                </a:solidFill>
                <a:latin typeface="Outfit"/>
                <a:ea typeface="Outfit"/>
                <a:cs typeface="Outfit"/>
                <a:sym typeface="Outfit"/>
              </a:endParaRPr>
            </a:p>
          </p:txBody>
        </p:sp>
        <p:sp>
          <p:nvSpPr>
            <p:cNvPr id="1514" name="Google Shape;1514;p120"/>
            <p:cNvSpPr/>
            <p:nvPr/>
          </p:nvSpPr>
          <p:spPr>
            <a:xfrm>
              <a:off x="687300" y="1144175"/>
              <a:ext cx="2154300" cy="266100"/>
            </a:xfrm>
            <a:prstGeom prst="rect">
              <a:avLst/>
            </a:prstGeom>
            <a:noFill/>
            <a:ln>
              <a:noFill/>
            </a:ln>
          </p:spPr>
          <p:txBody>
            <a:bodyPr spcFirstLastPara="1" wrap="square" lIns="28575" tIns="28575" rIns="28575" bIns="28575" anchor="ctr" anchorCtr="0">
              <a:noAutofit/>
            </a:bodyPr>
            <a:lstStyle/>
            <a:p>
              <a:pPr marL="0" marR="0" lvl="0" indent="0" algn="ctr" rtl="0">
                <a:spcBef>
                  <a:spcPts val="0"/>
                </a:spcBef>
                <a:spcAft>
                  <a:spcPts val="0"/>
                </a:spcAft>
                <a:buClr>
                  <a:schemeClr val="accent6"/>
                </a:buClr>
                <a:buSzPts val="1800"/>
                <a:buFont typeface="Century Gothic"/>
                <a:buNone/>
              </a:pPr>
              <a:r>
                <a:rPr lang="en" sz="1200" b="1">
                  <a:solidFill>
                    <a:schemeClr val="dk1"/>
                  </a:solidFill>
                  <a:latin typeface="Outfit"/>
                  <a:ea typeface="Outfit"/>
                  <a:cs typeface="Outfit"/>
                  <a:sym typeface="Outfit"/>
                </a:rPr>
                <a:t>Des managers impliqués</a:t>
              </a:r>
              <a:endParaRPr sz="1200" b="1" i="0" u="none" strike="noStrike" cap="none">
                <a:solidFill>
                  <a:schemeClr val="dk1"/>
                </a:solidFill>
                <a:latin typeface="Outfit"/>
                <a:ea typeface="Outfit"/>
                <a:cs typeface="Outfit"/>
                <a:sym typeface="Outfit"/>
              </a:endParaRPr>
            </a:p>
          </p:txBody>
        </p:sp>
      </p:grpSp>
      <p:sp>
        <p:nvSpPr>
          <p:cNvPr id="1515" name="Google Shape;1515;p120"/>
          <p:cNvSpPr txBox="1">
            <a:spLocks noGrp="1"/>
          </p:cNvSpPr>
          <p:nvPr>
            <p:ph type="title"/>
          </p:nvPr>
        </p:nvSpPr>
        <p:spPr>
          <a:xfrm>
            <a:off x="562825" y="361400"/>
            <a:ext cx="8019000" cy="370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Nos 7 facteurs clés de réussite sur les transformations en mode Produit</a:t>
            </a:r>
            <a:endParaRPr/>
          </a:p>
        </p:txBody>
      </p:sp>
      <p:grpSp>
        <p:nvGrpSpPr>
          <p:cNvPr id="1516" name="Google Shape;1516;p120"/>
          <p:cNvGrpSpPr/>
          <p:nvPr/>
        </p:nvGrpSpPr>
        <p:grpSpPr>
          <a:xfrm>
            <a:off x="3444671" y="1156576"/>
            <a:ext cx="2084239" cy="2081785"/>
            <a:chOff x="0" y="0"/>
            <a:chExt cx="7349219" cy="7337981"/>
          </a:xfrm>
        </p:grpSpPr>
        <p:sp>
          <p:nvSpPr>
            <p:cNvPr id="1517" name="Google Shape;1517;p120"/>
            <p:cNvSpPr/>
            <p:nvPr/>
          </p:nvSpPr>
          <p:spPr>
            <a:xfrm>
              <a:off x="0" y="1392274"/>
              <a:ext cx="2419380" cy="3125196"/>
            </a:xfrm>
            <a:custGeom>
              <a:avLst/>
              <a:gdLst/>
              <a:ahLst/>
              <a:cxnLst/>
              <a:rect l="l" t="t" r="r" b="b"/>
              <a:pathLst>
                <a:path w="21259" h="21600" extrusionOk="0">
                  <a:moveTo>
                    <a:pt x="7026" y="0"/>
                  </a:moveTo>
                  <a:lnTo>
                    <a:pt x="17520" y="791"/>
                  </a:lnTo>
                  <a:lnTo>
                    <a:pt x="21259" y="8874"/>
                  </a:lnTo>
                  <a:cubicBezTo>
                    <a:pt x="20013" y="10103"/>
                    <a:pt x="19114" y="11527"/>
                    <a:pt x="18622" y="13050"/>
                  </a:cubicBezTo>
                  <a:cubicBezTo>
                    <a:pt x="18048" y="14827"/>
                    <a:pt x="18041" y="16688"/>
                    <a:pt x="18603" y="18467"/>
                  </a:cubicBezTo>
                  <a:lnTo>
                    <a:pt x="8463" y="15696"/>
                  </a:lnTo>
                  <a:lnTo>
                    <a:pt x="856" y="21600"/>
                  </a:lnTo>
                  <a:cubicBezTo>
                    <a:pt x="-341" y="17596"/>
                    <a:pt x="-282" y="13423"/>
                    <a:pt x="1029" y="9441"/>
                  </a:cubicBezTo>
                  <a:cubicBezTo>
                    <a:pt x="2162" y="5997"/>
                    <a:pt x="4205" y="2780"/>
                    <a:pt x="7026" y="0"/>
                  </a:cubicBezTo>
                  <a:close/>
                </a:path>
              </a:pathLst>
            </a:custGeom>
            <a:solidFill>
              <a:srgbClr val="00D2DD"/>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sp>
          <p:nvSpPr>
            <p:cNvPr id="1518" name="Google Shape;1518;p120"/>
            <p:cNvSpPr/>
            <p:nvPr/>
          </p:nvSpPr>
          <p:spPr>
            <a:xfrm>
              <a:off x="797997" y="0"/>
              <a:ext cx="3541266" cy="2689327"/>
            </a:xfrm>
            <a:custGeom>
              <a:avLst/>
              <a:gdLst/>
              <a:ahLst/>
              <a:cxnLst/>
              <a:rect l="l" t="t" r="r" b="b"/>
              <a:pathLst>
                <a:path w="21600" h="21572" extrusionOk="0">
                  <a:moveTo>
                    <a:pt x="0" y="11213"/>
                  </a:moveTo>
                  <a:lnTo>
                    <a:pt x="7239" y="12177"/>
                  </a:lnTo>
                  <a:lnTo>
                    <a:pt x="9843" y="21572"/>
                  </a:lnTo>
                  <a:cubicBezTo>
                    <a:pt x="10727" y="19957"/>
                    <a:pt x="11902" y="18656"/>
                    <a:pt x="13262" y="17786"/>
                  </a:cubicBezTo>
                  <a:cubicBezTo>
                    <a:pt x="14625" y="16916"/>
                    <a:pt x="16130" y="16505"/>
                    <a:pt x="17644" y="16591"/>
                  </a:cubicBezTo>
                  <a:lnTo>
                    <a:pt x="21600" y="8358"/>
                  </a:lnTo>
                  <a:lnTo>
                    <a:pt x="17684" y="0"/>
                  </a:lnTo>
                  <a:cubicBezTo>
                    <a:pt x="14397" y="-28"/>
                    <a:pt x="11146" y="900"/>
                    <a:pt x="8164" y="2718"/>
                  </a:cubicBezTo>
                  <a:cubicBezTo>
                    <a:pt x="4972" y="4664"/>
                    <a:pt x="2175" y="7575"/>
                    <a:pt x="0" y="11213"/>
                  </a:cubicBezTo>
                  <a:close/>
                </a:path>
              </a:pathLst>
            </a:custGeom>
            <a:solidFill>
              <a:srgbClr val="FFFFFF"/>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sp>
          <p:nvSpPr>
            <p:cNvPr id="1519" name="Google Shape;1519;p120"/>
            <p:cNvSpPr/>
            <p:nvPr/>
          </p:nvSpPr>
          <p:spPr>
            <a:xfrm>
              <a:off x="3680948" y="0"/>
              <a:ext cx="2863890" cy="2638548"/>
            </a:xfrm>
            <a:custGeom>
              <a:avLst/>
              <a:gdLst/>
              <a:ahLst/>
              <a:cxnLst/>
              <a:rect l="l" t="t" r="r" b="b"/>
              <a:pathLst>
                <a:path w="21600" h="21600" extrusionOk="0">
                  <a:moveTo>
                    <a:pt x="9303" y="21600"/>
                  </a:moveTo>
                  <a:lnTo>
                    <a:pt x="18656" y="20503"/>
                  </a:lnTo>
                  <a:lnTo>
                    <a:pt x="21600" y="11346"/>
                  </a:lnTo>
                  <a:cubicBezTo>
                    <a:pt x="19041" y="7889"/>
                    <a:pt x="15815" y="5083"/>
                    <a:pt x="12149" y="3124"/>
                  </a:cubicBezTo>
                  <a:cubicBezTo>
                    <a:pt x="8368" y="1104"/>
                    <a:pt x="4215" y="36"/>
                    <a:pt x="0" y="0"/>
                  </a:cubicBezTo>
                  <a:lnTo>
                    <a:pt x="4873" y="8531"/>
                  </a:lnTo>
                  <a:lnTo>
                    <a:pt x="1" y="16919"/>
                  </a:lnTo>
                  <a:cubicBezTo>
                    <a:pt x="1723" y="16927"/>
                    <a:pt x="3425" y="17327"/>
                    <a:pt x="4996" y="18094"/>
                  </a:cubicBezTo>
                  <a:cubicBezTo>
                    <a:pt x="6653" y="18903"/>
                    <a:pt x="8123" y="20100"/>
                    <a:pt x="9303" y="21600"/>
                  </a:cubicBezTo>
                  <a:close/>
                </a:path>
              </a:pathLst>
            </a:custGeom>
            <a:solidFill>
              <a:srgbClr val="EBFAFB"/>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sp>
          <p:nvSpPr>
            <p:cNvPr id="1520" name="Google Shape;1520;p120"/>
            <p:cNvSpPr/>
            <p:nvPr/>
          </p:nvSpPr>
          <p:spPr>
            <a:xfrm>
              <a:off x="4906520" y="1379578"/>
              <a:ext cx="2442699" cy="3487050"/>
            </a:xfrm>
            <a:custGeom>
              <a:avLst/>
              <a:gdLst/>
              <a:ahLst/>
              <a:cxnLst/>
              <a:rect l="l" t="t" r="r" b="b"/>
              <a:pathLst>
                <a:path w="21356" h="21600" extrusionOk="0">
                  <a:moveTo>
                    <a:pt x="3022" y="16435"/>
                  </a:moveTo>
                  <a:lnTo>
                    <a:pt x="10531" y="21600"/>
                  </a:lnTo>
                  <a:lnTo>
                    <a:pt x="20677" y="19123"/>
                  </a:lnTo>
                  <a:cubicBezTo>
                    <a:pt x="21600" y="15956"/>
                    <a:pt x="21581" y="12687"/>
                    <a:pt x="20622" y="9525"/>
                  </a:cubicBezTo>
                  <a:cubicBezTo>
                    <a:pt x="19568" y="6050"/>
                    <a:pt x="17405" y="2792"/>
                    <a:pt x="14301" y="0"/>
                  </a:cubicBezTo>
                  <a:lnTo>
                    <a:pt x="10839" y="6898"/>
                  </a:lnTo>
                  <a:lnTo>
                    <a:pt x="0" y="7716"/>
                  </a:lnTo>
                  <a:cubicBezTo>
                    <a:pt x="1391" y="8971"/>
                    <a:pt x="2376" y="10428"/>
                    <a:pt x="2885" y="11982"/>
                  </a:cubicBezTo>
                  <a:cubicBezTo>
                    <a:pt x="3364" y="13444"/>
                    <a:pt x="3410" y="14960"/>
                    <a:pt x="3022" y="16435"/>
                  </a:cubicBezTo>
                  <a:close/>
                </a:path>
              </a:pathLst>
            </a:custGeom>
            <a:solidFill>
              <a:srgbClr val="DAF6FA"/>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sp>
          <p:nvSpPr>
            <p:cNvPr id="1521" name="Google Shape;1521;p120"/>
            <p:cNvSpPr/>
            <p:nvPr/>
          </p:nvSpPr>
          <p:spPr>
            <a:xfrm>
              <a:off x="4273625" y="4022359"/>
              <a:ext cx="2995110" cy="2922102"/>
            </a:xfrm>
            <a:custGeom>
              <a:avLst/>
              <a:gdLst/>
              <a:ahLst/>
              <a:cxnLst/>
              <a:rect l="l" t="t" r="r" b="b"/>
              <a:pathLst>
                <a:path w="21600" h="21600" extrusionOk="0">
                  <a:moveTo>
                    <a:pt x="892" y="8064"/>
                  </a:moveTo>
                  <a:lnTo>
                    <a:pt x="0" y="16756"/>
                  </a:lnTo>
                  <a:lnTo>
                    <a:pt x="7829" y="21600"/>
                  </a:lnTo>
                  <a:cubicBezTo>
                    <a:pt x="11322" y="19729"/>
                    <a:pt x="14372" y="17094"/>
                    <a:pt x="16761" y="13880"/>
                  </a:cubicBezTo>
                  <a:cubicBezTo>
                    <a:pt x="19098" y="10737"/>
                    <a:pt x="20748" y="7116"/>
                    <a:pt x="21600" y="3263"/>
                  </a:cubicBezTo>
                  <a:lnTo>
                    <a:pt x="13369" y="6078"/>
                  </a:lnTo>
                  <a:lnTo>
                    <a:pt x="7078" y="0"/>
                  </a:lnTo>
                  <a:cubicBezTo>
                    <a:pt x="6664" y="1849"/>
                    <a:pt x="5830" y="3571"/>
                    <a:pt x="4643" y="5025"/>
                  </a:cubicBezTo>
                  <a:cubicBezTo>
                    <a:pt x="3610" y="6292"/>
                    <a:pt x="2333" y="7327"/>
                    <a:pt x="892" y="8064"/>
                  </a:cubicBezTo>
                  <a:close/>
                </a:path>
              </a:pathLst>
            </a:custGeom>
            <a:solidFill>
              <a:srgbClr val="C6F1F5"/>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sp>
          <p:nvSpPr>
            <p:cNvPr id="1522" name="Google Shape;1522;p120"/>
            <p:cNvSpPr/>
            <p:nvPr/>
          </p:nvSpPr>
          <p:spPr>
            <a:xfrm>
              <a:off x="1987585" y="5107824"/>
              <a:ext cx="3380400" cy="2230158"/>
            </a:xfrm>
            <a:custGeom>
              <a:avLst/>
              <a:gdLst/>
              <a:ahLst/>
              <a:cxnLst/>
              <a:rect l="l" t="t" r="r" b="b"/>
              <a:pathLst>
                <a:path w="21600" h="21586" extrusionOk="0">
                  <a:moveTo>
                    <a:pt x="0" y="6596"/>
                  </a:moveTo>
                  <a:lnTo>
                    <a:pt x="6559" y="442"/>
                  </a:lnTo>
                  <a:cubicBezTo>
                    <a:pt x="8017" y="1331"/>
                    <a:pt x="9583" y="1741"/>
                    <a:pt x="11154" y="1644"/>
                  </a:cubicBezTo>
                  <a:cubicBezTo>
                    <a:pt x="12663" y="1551"/>
                    <a:pt x="14145" y="991"/>
                    <a:pt x="15506" y="0"/>
                  </a:cubicBezTo>
                  <a:lnTo>
                    <a:pt x="14681" y="11375"/>
                  </a:lnTo>
                  <a:lnTo>
                    <a:pt x="21600" y="17752"/>
                  </a:lnTo>
                  <a:cubicBezTo>
                    <a:pt x="18238" y="20260"/>
                    <a:pt x="14542" y="21571"/>
                    <a:pt x="10794" y="21586"/>
                  </a:cubicBezTo>
                  <a:cubicBezTo>
                    <a:pt x="7293" y="21600"/>
                    <a:pt x="3829" y="20481"/>
                    <a:pt x="636" y="18304"/>
                  </a:cubicBezTo>
                  <a:lnTo>
                    <a:pt x="0" y="6596"/>
                  </a:lnTo>
                  <a:close/>
                </a:path>
              </a:pathLst>
            </a:custGeom>
            <a:solidFill>
              <a:srgbClr val="9EE9ED"/>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sp>
          <p:nvSpPr>
            <p:cNvPr id="1523" name="Google Shape;1523;p120"/>
            <p:cNvSpPr/>
            <p:nvPr/>
          </p:nvSpPr>
          <p:spPr>
            <a:xfrm>
              <a:off x="95251" y="3656305"/>
              <a:ext cx="2935872" cy="3349512"/>
            </a:xfrm>
            <a:custGeom>
              <a:avLst/>
              <a:gdLst/>
              <a:ahLst/>
              <a:cxnLst/>
              <a:rect l="l" t="t" r="r" b="b"/>
              <a:pathLst>
                <a:path w="21600" h="21600" extrusionOk="0">
                  <a:moveTo>
                    <a:pt x="21600" y="9704"/>
                  </a:moveTo>
                  <a:cubicBezTo>
                    <a:pt x="19826" y="9001"/>
                    <a:pt x="18272" y="7933"/>
                    <a:pt x="17072" y="6589"/>
                  </a:cubicBezTo>
                  <a:cubicBezTo>
                    <a:pt x="16009" y="5399"/>
                    <a:pt x="15250" y="4022"/>
                    <a:pt x="14847" y="2551"/>
                  </a:cubicBezTo>
                  <a:lnTo>
                    <a:pt x="6370" y="0"/>
                  </a:lnTo>
                  <a:lnTo>
                    <a:pt x="0" y="5545"/>
                  </a:lnTo>
                  <a:cubicBezTo>
                    <a:pt x="969" y="8825"/>
                    <a:pt x="2688" y="11899"/>
                    <a:pt x="5051" y="14580"/>
                  </a:cubicBezTo>
                  <a:cubicBezTo>
                    <a:pt x="7642" y="17519"/>
                    <a:pt x="10944" y="19916"/>
                    <a:pt x="14720" y="21600"/>
                  </a:cubicBezTo>
                  <a:lnTo>
                    <a:pt x="13956" y="13793"/>
                  </a:lnTo>
                  <a:lnTo>
                    <a:pt x="21600" y="9704"/>
                  </a:lnTo>
                  <a:close/>
                </a:path>
              </a:pathLst>
            </a:custGeom>
            <a:solidFill>
              <a:srgbClr val="72DFE7"/>
            </a:solidFill>
            <a:ln w="9525" cap="flat" cmpd="sng">
              <a:solidFill>
                <a:srgbClr val="0E2356"/>
              </a:solidFill>
              <a:prstDash val="solid"/>
              <a:round/>
              <a:headEnd type="none" w="sm" len="sm"/>
              <a:tailEnd type="none" w="sm" len="sm"/>
            </a:ln>
          </p:spPr>
          <p:txBody>
            <a:bodyPr spcFirstLastPara="1" wrap="square" lIns="28575" tIns="28575" rIns="28575" bIns="28575" anchor="ctr" anchorCtr="0">
              <a:noAutofit/>
            </a:bodyPr>
            <a:lstStyle/>
            <a:p>
              <a:pPr marL="0" marR="0" lvl="0" indent="0" algn="l" rtl="0">
                <a:spcBef>
                  <a:spcPts val="0"/>
                </a:spcBef>
                <a:spcAft>
                  <a:spcPts val="0"/>
                </a:spcAft>
                <a:buClr>
                  <a:srgbClr val="0E2356"/>
                </a:buClr>
                <a:buSzPts val="2800"/>
                <a:buFont typeface="Century Gothic"/>
                <a:buNone/>
              </a:pPr>
              <a:endParaRPr sz="2800" b="0" i="0" u="none" strike="noStrike" cap="none">
                <a:solidFill>
                  <a:srgbClr val="0E2356"/>
                </a:solidFill>
                <a:latin typeface="Century Gothic"/>
                <a:ea typeface="Century Gothic"/>
                <a:cs typeface="Century Gothic"/>
                <a:sym typeface="Century Gothic"/>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21"/>
        <p:cNvGrpSpPr/>
        <p:nvPr/>
      </p:nvGrpSpPr>
      <p:grpSpPr>
        <a:xfrm>
          <a:off x="0" y="0"/>
          <a:ext cx="0" cy="0"/>
          <a:chOff x="0" y="0"/>
          <a:chExt cx="0" cy="0"/>
        </a:xfrm>
      </p:grpSpPr>
      <p:sp>
        <p:nvSpPr>
          <p:cNvPr id="1622" name="Google Shape;1622;p122"/>
          <p:cNvSpPr txBox="1">
            <a:spLocks noGrp="1"/>
          </p:cNvSpPr>
          <p:nvPr>
            <p:ph type="subTitle" idx="1"/>
          </p:nvPr>
        </p:nvSpPr>
        <p:spPr>
          <a:xfrm>
            <a:off x="571500" y="779171"/>
            <a:ext cx="8041500" cy="370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Les conditions qui favorisent le succès</a:t>
            </a:r>
            <a:endParaRPr/>
          </a:p>
        </p:txBody>
      </p:sp>
      <p:sp>
        <p:nvSpPr>
          <p:cNvPr id="1623" name="Google Shape;1623;p122"/>
          <p:cNvSpPr txBox="1">
            <a:spLocks noGrp="1"/>
          </p:cNvSpPr>
          <p:nvPr>
            <p:ph type="title"/>
          </p:nvPr>
        </p:nvSpPr>
        <p:spPr>
          <a:xfrm>
            <a:off x="562825" y="361400"/>
            <a:ext cx="8019000" cy="370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Nos convictions sur VOTRE transformation en mode Produit (Lot 2) </a:t>
            </a:r>
            <a:endParaRPr/>
          </a:p>
        </p:txBody>
      </p:sp>
      <p:sp>
        <p:nvSpPr>
          <p:cNvPr id="1624" name="Google Shape;1624;p122"/>
          <p:cNvSpPr/>
          <p:nvPr/>
        </p:nvSpPr>
        <p:spPr>
          <a:xfrm>
            <a:off x="906408" y="1241965"/>
            <a:ext cx="428100" cy="366300"/>
          </a:xfrm>
          <a:prstGeom prst="round1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25" name="Google Shape;1625;p122"/>
          <p:cNvSpPr/>
          <p:nvPr/>
        </p:nvSpPr>
        <p:spPr>
          <a:xfrm rot="-5400000">
            <a:off x="531725" y="1232369"/>
            <a:ext cx="366300" cy="383400"/>
          </a:xfrm>
          <a:prstGeom prst="round2SameRect">
            <a:avLst>
              <a:gd name="adj1" fmla="val 5000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100">
              <a:solidFill>
                <a:schemeClr val="dk1"/>
              </a:solidFill>
              <a:latin typeface="Outfit"/>
              <a:ea typeface="Outfit"/>
              <a:cs typeface="Outfit"/>
              <a:sym typeface="Outfit"/>
            </a:endParaRPr>
          </a:p>
        </p:txBody>
      </p:sp>
      <p:sp>
        <p:nvSpPr>
          <p:cNvPr id="1626" name="Google Shape;1626;p122"/>
          <p:cNvSpPr txBox="1"/>
          <p:nvPr/>
        </p:nvSpPr>
        <p:spPr>
          <a:xfrm>
            <a:off x="546519" y="1282186"/>
            <a:ext cx="336300" cy="28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Outfit SemiBold"/>
                <a:ea typeface="Outfit SemiBold"/>
                <a:cs typeface="Outfit SemiBold"/>
                <a:sym typeface="Outfit SemiBold"/>
              </a:rPr>
              <a:t>1.</a:t>
            </a:r>
            <a:endParaRPr sz="1100">
              <a:solidFill>
                <a:schemeClr val="dk1"/>
              </a:solidFill>
              <a:latin typeface="Outfit"/>
              <a:ea typeface="Outfit"/>
              <a:cs typeface="Outfit"/>
              <a:sym typeface="Outfit"/>
            </a:endParaRPr>
          </a:p>
        </p:txBody>
      </p:sp>
      <p:sp>
        <p:nvSpPr>
          <p:cNvPr id="1627" name="Google Shape;1627;p122"/>
          <p:cNvSpPr/>
          <p:nvPr/>
        </p:nvSpPr>
        <p:spPr>
          <a:xfrm>
            <a:off x="1414175" y="1115901"/>
            <a:ext cx="7370100" cy="918000"/>
          </a:xfrm>
          <a:prstGeom prst="round1Rect">
            <a:avLst>
              <a:gd name="adj" fmla="val 0"/>
            </a:avLst>
          </a:prstGeom>
          <a:noFill/>
          <a:ln>
            <a:noFill/>
          </a:ln>
        </p:spPr>
        <p:txBody>
          <a:bodyPr spcFirstLastPara="1" wrap="square" lIns="91425" tIns="91425" rIns="0" bIns="91425" anchor="t" anchorCtr="0">
            <a:noAutofit/>
          </a:bodyPr>
          <a:lstStyle/>
          <a:p>
            <a:pPr marL="0" lvl="0" indent="0" algn="l" rtl="0">
              <a:lnSpc>
                <a:spcPct val="100000"/>
              </a:lnSpc>
              <a:spcBef>
                <a:spcPts val="0"/>
              </a:spcBef>
              <a:spcAft>
                <a:spcPts val="0"/>
              </a:spcAft>
              <a:buNone/>
            </a:pPr>
            <a:r>
              <a:rPr lang="en" sz="1100" b="1">
                <a:solidFill>
                  <a:schemeClr val="dk1"/>
                </a:solidFill>
                <a:latin typeface="Outfit"/>
                <a:ea typeface="Outfit"/>
                <a:cs typeface="Outfit"/>
                <a:sym typeface="Outfit"/>
              </a:rPr>
              <a:t>Bien choisir les premiers périmètres de transformation</a:t>
            </a:r>
            <a:endParaRPr sz="1100" b="1">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Significatifs et signifiants (chaîne de valeur, produit &amp; équipes, méthode et outils pour la mesure) par rapport aux attendus de la transformation et ce que l’on cherche à résoudre/atteindre</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Pas trop complexes pour soutenir le succès et garantir les apprentissages</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Pas trop simples pour créer du mouvement et favoriser les promoteurs (preuve de concept)</a:t>
            </a:r>
            <a:endParaRPr sz="900">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900">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900">
              <a:solidFill>
                <a:schemeClr val="dk1"/>
              </a:solidFill>
              <a:latin typeface="Outfit"/>
              <a:ea typeface="Outfit"/>
              <a:cs typeface="Outfit"/>
              <a:sym typeface="Outfit"/>
            </a:endParaRPr>
          </a:p>
        </p:txBody>
      </p:sp>
      <p:pic>
        <p:nvPicPr>
          <p:cNvPr id="1628" name="Google Shape;1628;p122"/>
          <p:cNvPicPr preferRelativeResize="0"/>
          <p:nvPr/>
        </p:nvPicPr>
        <p:blipFill rotWithShape="1">
          <a:blip r:embed="rId3">
            <a:alphaModFix/>
          </a:blip>
          <a:srcRect/>
          <a:stretch/>
        </p:blipFill>
        <p:spPr>
          <a:xfrm>
            <a:off x="995543" y="1280829"/>
            <a:ext cx="249601" cy="297753"/>
          </a:xfrm>
          <a:prstGeom prst="rect">
            <a:avLst/>
          </a:prstGeom>
          <a:noFill/>
          <a:ln>
            <a:noFill/>
          </a:ln>
        </p:spPr>
      </p:pic>
      <p:sp>
        <p:nvSpPr>
          <p:cNvPr id="1629" name="Google Shape;1629;p122"/>
          <p:cNvSpPr/>
          <p:nvPr/>
        </p:nvSpPr>
        <p:spPr>
          <a:xfrm>
            <a:off x="906396" y="2423365"/>
            <a:ext cx="428100" cy="366300"/>
          </a:xfrm>
          <a:prstGeom prst="round1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0" name="Google Shape;1630;p122"/>
          <p:cNvSpPr/>
          <p:nvPr/>
        </p:nvSpPr>
        <p:spPr>
          <a:xfrm rot="-5400000">
            <a:off x="531713" y="2413769"/>
            <a:ext cx="366300" cy="383400"/>
          </a:xfrm>
          <a:prstGeom prst="round2SameRect">
            <a:avLst>
              <a:gd name="adj1" fmla="val 5000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a:solidFill>
                <a:schemeClr val="dk1"/>
              </a:solidFill>
              <a:latin typeface="Outfit"/>
              <a:ea typeface="Outfit"/>
              <a:cs typeface="Outfit"/>
              <a:sym typeface="Outfit"/>
            </a:endParaRPr>
          </a:p>
        </p:txBody>
      </p:sp>
      <p:sp>
        <p:nvSpPr>
          <p:cNvPr id="1631" name="Google Shape;1631;p122"/>
          <p:cNvSpPr txBox="1"/>
          <p:nvPr/>
        </p:nvSpPr>
        <p:spPr>
          <a:xfrm>
            <a:off x="546506" y="2463586"/>
            <a:ext cx="336300" cy="28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Outfit SemiBold"/>
                <a:ea typeface="Outfit SemiBold"/>
                <a:cs typeface="Outfit SemiBold"/>
                <a:sym typeface="Outfit SemiBold"/>
              </a:rPr>
              <a:t>2.</a:t>
            </a:r>
            <a:endParaRPr sz="1100">
              <a:solidFill>
                <a:schemeClr val="dk1"/>
              </a:solidFill>
              <a:latin typeface="Outfit"/>
              <a:ea typeface="Outfit"/>
              <a:cs typeface="Outfit"/>
              <a:sym typeface="Outfit"/>
            </a:endParaRPr>
          </a:p>
        </p:txBody>
      </p:sp>
      <p:pic>
        <p:nvPicPr>
          <p:cNvPr id="1632" name="Google Shape;1632;p122"/>
          <p:cNvPicPr preferRelativeResize="0"/>
          <p:nvPr/>
        </p:nvPicPr>
        <p:blipFill rotWithShape="1">
          <a:blip r:embed="rId4">
            <a:alphaModFix/>
          </a:blip>
          <a:srcRect t="583" b="593"/>
          <a:stretch/>
        </p:blipFill>
        <p:spPr>
          <a:xfrm>
            <a:off x="952176" y="2459767"/>
            <a:ext cx="336311" cy="336291"/>
          </a:xfrm>
          <a:prstGeom prst="rect">
            <a:avLst/>
          </a:prstGeom>
          <a:noFill/>
          <a:ln>
            <a:noFill/>
          </a:ln>
        </p:spPr>
      </p:pic>
      <p:sp>
        <p:nvSpPr>
          <p:cNvPr id="1633" name="Google Shape;1633;p122"/>
          <p:cNvSpPr/>
          <p:nvPr/>
        </p:nvSpPr>
        <p:spPr>
          <a:xfrm>
            <a:off x="1414175" y="2298552"/>
            <a:ext cx="7370100" cy="1264500"/>
          </a:xfrm>
          <a:prstGeom prst="round1Rect">
            <a:avLst>
              <a:gd name="adj" fmla="val 0"/>
            </a:avLst>
          </a:prstGeom>
          <a:noFill/>
          <a:ln>
            <a:noFill/>
          </a:ln>
        </p:spPr>
        <p:txBody>
          <a:bodyPr spcFirstLastPara="1" wrap="square" lIns="91425" tIns="91425" rIns="0" bIns="91425" anchor="t" anchorCtr="0">
            <a:noAutofit/>
          </a:bodyPr>
          <a:lstStyle/>
          <a:p>
            <a:pPr marL="0" lvl="0" indent="0" algn="l" rtl="0">
              <a:lnSpc>
                <a:spcPct val="100000"/>
              </a:lnSpc>
              <a:spcBef>
                <a:spcPts val="0"/>
              </a:spcBef>
              <a:spcAft>
                <a:spcPts val="0"/>
              </a:spcAft>
              <a:buNone/>
            </a:pPr>
            <a:r>
              <a:rPr lang="en" sz="1100" b="1">
                <a:solidFill>
                  <a:schemeClr val="dk1"/>
                </a:solidFill>
                <a:latin typeface="Outfit"/>
                <a:ea typeface="Outfit"/>
                <a:cs typeface="Outfit"/>
                <a:sym typeface="Outfit"/>
              </a:rPr>
              <a:t>S’améliorer en continu au cours des saisons</a:t>
            </a:r>
            <a:endParaRPr sz="1100" b="1">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Systématisation de la mesure</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Prise de conscience</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&amp; transparence des progrès et des améliorations à venir</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à tous les niveaux</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Redevabilité des équipes sur ces actions d’amélioration</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Communication sur les succès / erreurs et actions d’amélioration envisagées</a:t>
            </a:r>
            <a:endParaRPr sz="900">
              <a:solidFill>
                <a:schemeClr val="dk1"/>
              </a:solidFill>
              <a:latin typeface="Outfit"/>
              <a:ea typeface="Outfit"/>
              <a:cs typeface="Outfit"/>
              <a:sym typeface="Outfit"/>
            </a:endParaRPr>
          </a:p>
        </p:txBody>
      </p:sp>
      <p:sp>
        <p:nvSpPr>
          <p:cNvPr id="1634" name="Google Shape;1634;p122"/>
          <p:cNvSpPr/>
          <p:nvPr/>
        </p:nvSpPr>
        <p:spPr>
          <a:xfrm>
            <a:off x="906415" y="3860040"/>
            <a:ext cx="428100" cy="366300"/>
          </a:xfrm>
          <a:prstGeom prst="round1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35" name="Google Shape;1635;p122"/>
          <p:cNvSpPr/>
          <p:nvPr/>
        </p:nvSpPr>
        <p:spPr>
          <a:xfrm rot="-5400000">
            <a:off x="531732" y="3850444"/>
            <a:ext cx="366300" cy="383400"/>
          </a:xfrm>
          <a:prstGeom prst="round2SameRect">
            <a:avLst>
              <a:gd name="adj1" fmla="val 5000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a:solidFill>
                <a:schemeClr val="dk1"/>
              </a:solidFill>
              <a:latin typeface="Outfit"/>
              <a:ea typeface="Outfit"/>
              <a:cs typeface="Outfit"/>
              <a:sym typeface="Outfit"/>
            </a:endParaRPr>
          </a:p>
        </p:txBody>
      </p:sp>
      <p:sp>
        <p:nvSpPr>
          <p:cNvPr id="1636" name="Google Shape;1636;p122"/>
          <p:cNvSpPr txBox="1"/>
          <p:nvPr/>
        </p:nvSpPr>
        <p:spPr>
          <a:xfrm>
            <a:off x="546526" y="3900261"/>
            <a:ext cx="336300" cy="28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Outfit SemiBold"/>
                <a:ea typeface="Outfit SemiBold"/>
                <a:cs typeface="Outfit SemiBold"/>
                <a:sym typeface="Outfit SemiBold"/>
              </a:rPr>
              <a:t>3.</a:t>
            </a:r>
            <a:endParaRPr sz="1100">
              <a:solidFill>
                <a:schemeClr val="dk1"/>
              </a:solidFill>
              <a:latin typeface="Outfit"/>
              <a:ea typeface="Outfit"/>
              <a:cs typeface="Outfit"/>
              <a:sym typeface="Outfit"/>
            </a:endParaRPr>
          </a:p>
        </p:txBody>
      </p:sp>
      <p:pic>
        <p:nvPicPr>
          <p:cNvPr id="1637" name="Google Shape;1637;p122"/>
          <p:cNvPicPr preferRelativeResize="0"/>
          <p:nvPr/>
        </p:nvPicPr>
        <p:blipFill rotWithShape="1">
          <a:blip r:embed="rId5">
            <a:alphaModFix/>
          </a:blip>
          <a:srcRect b="10"/>
          <a:stretch/>
        </p:blipFill>
        <p:spPr>
          <a:xfrm>
            <a:off x="952195" y="3873935"/>
            <a:ext cx="336312" cy="336292"/>
          </a:xfrm>
          <a:prstGeom prst="rect">
            <a:avLst/>
          </a:prstGeom>
          <a:noFill/>
          <a:ln>
            <a:noFill/>
          </a:ln>
        </p:spPr>
      </p:pic>
      <p:sp>
        <p:nvSpPr>
          <p:cNvPr id="1638" name="Google Shape;1638;p122"/>
          <p:cNvSpPr/>
          <p:nvPr/>
        </p:nvSpPr>
        <p:spPr>
          <a:xfrm>
            <a:off x="1414175" y="3733850"/>
            <a:ext cx="7524600" cy="1264500"/>
          </a:xfrm>
          <a:prstGeom prst="round1Rect">
            <a:avLst>
              <a:gd name="adj" fmla="val 0"/>
            </a:avLst>
          </a:prstGeom>
          <a:noFill/>
          <a:ln>
            <a:noFill/>
          </a:ln>
        </p:spPr>
        <p:txBody>
          <a:bodyPr spcFirstLastPara="1" wrap="square" lIns="91425" tIns="91425" rIns="0" bIns="91425" anchor="t" anchorCtr="0">
            <a:noAutofit/>
          </a:bodyPr>
          <a:lstStyle/>
          <a:p>
            <a:pPr marL="0" lvl="0" indent="0" algn="l" rtl="0">
              <a:lnSpc>
                <a:spcPct val="100000"/>
              </a:lnSpc>
              <a:spcBef>
                <a:spcPts val="0"/>
              </a:spcBef>
              <a:spcAft>
                <a:spcPts val="0"/>
              </a:spcAft>
              <a:buNone/>
            </a:pPr>
            <a:r>
              <a:rPr lang="en" sz="1100" b="1">
                <a:solidFill>
                  <a:schemeClr val="dk1"/>
                </a:solidFill>
                <a:latin typeface="Outfit"/>
                <a:ea typeface="Outfit"/>
                <a:cs typeface="Outfit"/>
                <a:sym typeface="Outfit"/>
              </a:rPr>
              <a:t>Articuler la transformation aux différents niveaux</a:t>
            </a:r>
            <a:endParaRPr sz="1100" b="1">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Central : garant de l’approche globale et de l’adaptation/personnalisation aux Directions / Chaînes de valeurs</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Opérationnel : animation/co-animation des événements clefs, sensibilisation à l’agile, support à l’équipe,...</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Transverse : fluidification des interactions entre les équipes (centre d’excellence agile, directions concernées par la saison, devops,...)</a:t>
            </a:r>
            <a:endParaRPr sz="900">
              <a:solidFill>
                <a:schemeClr val="dk1"/>
              </a:solidFill>
              <a:latin typeface="Outfit"/>
              <a:ea typeface="Outfit"/>
              <a:cs typeface="Outfit"/>
              <a:sym typeface="Outfit"/>
            </a:endParaRPr>
          </a:p>
          <a:p>
            <a:pPr marL="171450" lvl="0" indent="-171450" algn="l" rtl="0">
              <a:lnSpc>
                <a:spcPct val="100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RH : adaptation des fiches de postes/mission/rôles, travail sur des parcours de formation adaptés par rôle, accompagnement personnalisé COMEX et des profils clefs</a:t>
            </a:r>
            <a:endParaRPr sz="900">
              <a:solidFill>
                <a:schemeClr val="dk1"/>
              </a:solidFill>
              <a:latin typeface="Outfit"/>
              <a:ea typeface="Outfit"/>
              <a:cs typeface="Outfit"/>
              <a:sym typeface="Outfit"/>
            </a:endParaRPr>
          </a:p>
        </p:txBody>
      </p:sp>
      <p:cxnSp>
        <p:nvCxnSpPr>
          <p:cNvPr id="1639" name="Google Shape;1639;p122"/>
          <p:cNvCxnSpPr/>
          <p:nvPr/>
        </p:nvCxnSpPr>
        <p:spPr>
          <a:xfrm>
            <a:off x="1334828" y="1593391"/>
            <a:ext cx="0" cy="423900"/>
          </a:xfrm>
          <a:prstGeom prst="straightConnector1">
            <a:avLst/>
          </a:prstGeom>
          <a:noFill/>
          <a:ln w="9525" cap="flat" cmpd="sng">
            <a:solidFill>
              <a:schemeClr val="dk1"/>
            </a:solidFill>
            <a:prstDash val="solid"/>
            <a:round/>
            <a:headEnd type="none" w="med" len="med"/>
            <a:tailEnd type="oval" w="med" len="med"/>
          </a:ln>
        </p:spPr>
      </p:cxnSp>
      <p:cxnSp>
        <p:nvCxnSpPr>
          <p:cNvPr id="1640" name="Google Shape;1640;p122"/>
          <p:cNvCxnSpPr/>
          <p:nvPr/>
        </p:nvCxnSpPr>
        <p:spPr>
          <a:xfrm>
            <a:off x="1334828" y="2773514"/>
            <a:ext cx="0" cy="683100"/>
          </a:xfrm>
          <a:prstGeom prst="straightConnector1">
            <a:avLst/>
          </a:prstGeom>
          <a:noFill/>
          <a:ln w="9525" cap="flat" cmpd="sng">
            <a:solidFill>
              <a:schemeClr val="dk1"/>
            </a:solidFill>
            <a:prstDash val="solid"/>
            <a:round/>
            <a:headEnd type="none" w="med" len="med"/>
            <a:tailEnd type="oval" w="med" len="med"/>
          </a:ln>
        </p:spPr>
      </p:cxnSp>
      <p:cxnSp>
        <p:nvCxnSpPr>
          <p:cNvPr id="1641" name="Google Shape;1641;p122"/>
          <p:cNvCxnSpPr/>
          <p:nvPr/>
        </p:nvCxnSpPr>
        <p:spPr>
          <a:xfrm>
            <a:off x="1334828" y="4068243"/>
            <a:ext cx="0" cy="683100"/>
          </a:xfrm>
          <a:prstGeom prst="straightConnector1">
            <a:avLst/>
          </a:prstGeom>
          <a:noFill/>
          <a:ln w="9525" cap="flat" cmpd="sng">
            <a:solidFill>
              <a:schemeClr val="dk1"/>
            </a:solidFill>
            <a:prstDash val="solid"/>
            <a:round/>
            <a:headEnd type="none" w="med" len="med"/>
            <a:tailEnd type="oval"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45"/>
        <p:cNvGrpSpPr/>
        <p:nvPr/>
      </p:nvGrpSpPr>
      <p:grpSpPr>
        <a:xfrm>
          <a:off x="0" y="0"/>
          <a:ext cx="0" cy="0"/>
          <a:chOff x="0" y="0"/>
          <a:chExt cx="0" cy="0"/>
        </a:xfrm>
      </p:grpSpPr>
      <p:grpSp>
        <p:nvGrpSpPr>
          <p:cNvPr id="1646" name="Google Shape;1646;p123"/>
          <p:cNvGrpSpPr/>
          <p:nvPr/>
        </p:nvGrpSpPr>
        <p:grpSpPr>
          <a:xfrm>
            <a:off x="523176" y="2421761"/>
            <a:ext cx="811333" cy="367346"/>
            <a:chOff x="-1813024" y="1498432"/>
            <a:chExt cx="811333" cy="367346"/>
          </a:xfrm>
        </p:grpSpPr>
        <p:sp>
          <p:nvSpPr>
            <p:cNvPr id="1647" name="Google Shape;1647;p123"/>
            <p:cNvSpPr/>
            <p:nvPr/>
          </p:nvSpPr>
          <p:spPr>
            <a:xfrm>
              <a:off x="-1429791" y="1499478"/>
              <a:ext cx="428100" cy="366300"/>
            </a:xfrm>
            <a:prstGeom prst="round1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48" name="Google Shape;1648;p123"/>
            <p:cNvSpPr/>
            <p:nvPr/>
          </p:nvSpPr>
          <p:spPr>
            <a:xfrm rot="-5400000">
              <a:off x="-1804474" y="1489882"/>
              <a:ext cx="366300" cy="383400"/>
            </a:xfrm>
            <a:prstGeom prst="round2SameRect">
              <a:avLst>
                <a:gd name="adj1" fmla="val 5000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200">
                <a:solidFill>
                  <a:schemeClr val="dk1"/>
                </a:solidFill>
                <a:latin typeface="Outfit"/>
                <a:ea typeface="Outfit"/>
                <a:cs typeface="Outfit"/>
                <a:sym typeface="Outfit"/>
              </a:endParaRPr>
            </a:p>
          </p:txBody>
        </p:sp>
        <p:sp>
          <p:nvSpPr>
            <p:cNvPr id="1649" name="Google Shape;1649;p123"/>
            <p:cNvSpPr txBox="1"/>
            <p:nvPr/>
          </p:nvSpPr>
          <p:spPr>
            <a:xfrm>
              <a:off x="-1789681" y="1539700"/>
              <a:ext cx="336300" cy="28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Outfit SemiBold"/>
                  <a:ea typeface="Outfit SemiBold"/>
                  <a:cs typeface="Outfit SemiBold"/>
                  <a:sym typeface="Outfit SemiBold"/>
                </a:rPr>
                <a:t>5.</a:t>
              </a:r>
              <a:endParaRPr sz="1100">
                <a:solidFill>
                  <a:schemeClr val="dk1"/>
                </a:solidFill>
                <a:latin typeface="Outfit"/>
                <a:ea typeface="Outfit"/>
                <a:cs typeface="Outfit"/>
                <a:sym typeface="Outfit"/>
              </a:endParaRPr>
            </a:p>
          </p:txBody>
        </p:sp>
      </p:grpSp>
      <p:grpSp>
        <p:nvGrpSpPr>
          <p:cNvPr id="1650" name="Google Shape;1650;p123"/>
          <p:cNvGrpSpPr/>
          <p:nvPr/>
        </p:nvGrpSpPr>
        <p:grpSpPr>
          <a:xfrm>
            <a:off x="523164" y="1240932"/>
            <a:ext cx="811333" cy="367346"/>
            <a:chOff x="-3603086" y="1346032"/>
            <a:chExt cx="811333" cy="367346"/>
          </a:xfrm>
        </p:grpSpPr>
        <p:sp>
          <p:nvSpPr>
            <p:cNvPr id="1651" name="Google Shape;1651;p123"/>
            <p:cNvSpPr/>
            <p:nvPr/>
          </p:nvSpPr>
          <p:spPr>
            <a:xfrm>
              <a:off x="-3219853" y="1347078"/>
              <a:ext cx="428100" cy="366300"/>
            </a:xfrm>
            <a:prstGeom prst="round1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652" name="Google Shape;1652;p123"/>
            <p:cNvSpPr/>
            <p:nvPr/>
          </p:nvSpPr>
          <p:spPr>
            <a:xfrm rot="-5400000">
              <a:off x="-3594536" y="1337482"/>
              <a:ext cx="366300" cy="383400"/>
            </a:xfrm>
            <a:prstGeom prst="round2SameRect">
              <a:avLst>
                <a:gd name="adj1" fmla="val 50000"/>
                <a:gd name="adj2" fmla="val 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100">
                <a:solidFill>
                  <a:schemeClr val="lt1"/>
                </a:solidFill>
                <a:latin typeface="Outfit"/>
                <a:ea typeface="Outfit"/>
                <a:cs typeface="Outfit"/>
                <a:sym typeface="Outfit"/>
              </a:endParaRPr>
            </a:p>
          </p:txBody>
        </p:sp>
        <p:sp>
          <p:nvSpPr>
            <p:cNvPr id="1653" name="Google Shape;1653;p123"/>
            <p:cNvSpPr txBox="1"/>
            <p:nvPr/>
          </p:nvSpPr>
          <p:spPr>
            <a:xfrm>
              <a:off x="-3579742" y="1387300"/>
              <a:ext cx="336300" cy="285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1"/>
                  </a:solidFill>
                  <a:latin typeface="Outfit SemiBold"/>
                  <a:ea typeface="Outfit SemiBold"/>
                  <a:cs typeface="Outfit SemiBold"/>
                  <a:sym typeface="Outfit SemiBold"/>
                </a:rPr>
                <a:t>4.</a:t>
              </a:r>
              <a:endParaRPr sz="1100">
                <a:solidFill>
                  <a:schemeClr val="dk1"/>
                </a:solidFill>
                <a:latin typeface="Outfit"/>
                <a:ea typeface="Outfit"/>
                <a:cs typeface="Outfit"/>
                <a:sym typeface="Outfit"/>
              </a:endParaRPr>
            </a:p>
          </p:txBody>
        </p:sp>
        <p:pic>
          <p:nvPicPr>
            <p:cNvPr id="1654" name="Google Shape;1654;p123"/>
            <p:cNvPicPr preferRelativeResize="0"/>
            <p:nvPr/>
          </p:nvPicPr>
          <p:blipFill rotWithShape="1">
            <a:blip r:embed="rId3">
              <a:alphaModFix/>
            </a:blip>
            <a:srcRect b="10"/>
            <a:stretch/>
          </p:blipFill>
          <p:spPr>
            <a:xfrm>
              <a:off x="-3174073" y="1362135"/>
              <a:ext cx="336312" cy="336292"/>
            </a:xfrm>
            <a:prstGeom prst="rect">
              <a:avLst/>
            </a:prstGeom>
            <a:noFill/>
            <a:ln>
              <a:noFill/>
            </a:ln>
          </p:spPr>
        </p:pic>
      </p:grpSp>
      <p:sp>
        <p:nvSpPr>
          <p:cNvPr id="1655" name="Google Shape;1655;p123"/>
          <p:cNvSpPr txBox="1">
            <a:spLocks noGrp="1"/>
          </p:cNvSpPr>
          <p:nvPr>
            <p:ph type="subTitle" idx="1"/>
          </p:nvPr>
        </p:nvSpPr>
        <p:spPr>
          <a:xfrm>
            <a:off x="571500" y="779171"/>
            <a:ext cx="8041500" cy="370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Les conditions qui favorisent le succès</a:t>
            </a:r>
            <a:endParaRPr/>
          </a:p>
        </p:txBody>
      </p:sp>
      <p:sp>
        <p:nvSpPr>
          <p:cNvPr id="1656" name="Google Shape;1656;p123"/>
          <p:cNvSpPr txBox="1">
            <a:spLocks noGrp="1"/>
          </p:cNvSpPr>
          <p:nvPr>
            <p:ph type="title"/>
          </p:nvPr>
        </p:nvSpPr>
        <p:spPr>
          <a:xfrm>
            <a:off x="562825" y="361400"/>
            <a:ext cx="8019000" cy="370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Nos convictions sur VOTRE transformation en mode Produit (Lot 2) </a:t>
            </a:r>
            <a:endParaRPr/>
          </a:p>
        </p:txBody>
      </p:sp>
      <p:sp>
        <p:nvSpPr>
          <p:cNvPr id="1657" name="Google Shape;1657;p123"/>
          <p:cNvSpPr/>
          <p:nvPr/>
        </p:nvSpPr>
        <p:spPr>
          <a:xfrm>
            <a:off x="1414175" y="1115901"/>
            <a:ext cx="7370100" cy="918000"/>
          </a:xfrm>
          <a:prstGeom prst="round1Rect">
            <a:avLst>
              <a:gd name="adj" fmla="val 0"/>
            </a:avLst>
          </a:prstGeom>
          <a:noFill/>
          <a:ln>
            <a:noFill/>
          </a:ln>
        </p:spPr>
        <p:txBody>
          <a:bodyPr spcFirstLastPara="1" wrap="square" lIns="91425" tIns="91425" rIns="0" bIns="91425" anchor="t" anchorCtr="0">
            <a:noAutofit/>
          </a:bodyPr>
          <a:lstStyle/>
          <a:p>
            <a:pPr marL="0" lvl="0" indent="0" algn="l" rtl="0">
              <a:lnSpc>
                <a:spcPct val="100000"/>
              </a:lnSpc>
              <a:spcBef>
                <a:spcPts val="0"/>
              </a:spcBef>
              <a:spcAft>
                <a:spcPts val="0"/>
              </a:spcAft>
              <a:buNone/>
            </a:pPr>
            <a:r>
              <a:rPr lang="en" sz="1100" b="1">
                <a:solidFill>
                  <a:schemeClr val="dk1"/>
                </a:solidFill>
                <a:latin typeface="Outfit"/>
                <a:ea typeface="Outfit"/>
                <a:cs typeface="Outfit"/>
                <a:sym typeface="Outfit"/>
              </a:rPr>
              <a:t>Renforcer et améliorer le processus de priorisation des initiatives Produit (Portfolio Management)</a:t>
            </a:r>
            <a:endParaRPr sz="1100" b="1">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900">
              <a:solidFill>
                <a:schemeClr val="dk1"/>
              </a:solidFill>
              <a:latin typeface="Outfit"/>
              <a:ea typeface="Outfit"/>
              <a:cs typeface="Outfit"/>
              <a:sym typeface="Outfit"/>
            </a:endParaRPr>
          </a:p>
          <a:p>
            <a:pPr marL="171450" lvl="0" indent="-171450" algn="l" rtl="0">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Itérations / ritualisation des processus de décision</a:t>
            </a:r>
            <a:endParaRPr sz="900">
              <a:solidFill>
                <a:schemeClr val="dk1"/>
              </a:solidFill>
              <a:latin typeface="Outfit"/>
              <a:ea typeface="Outfit"/>
              <a:cs typeface="Outfit"/>
              <a:sym typeface="Outfit"/>
            </a:endParaRPr>
          </a:p>
          <a:p>
            <a:pPr marL="171450" lvl="0" indent="-171450" algn="l" rtl="0">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Clarté, objectivation et partage des critères de priorisation (valeur, coût, complexité,...)</a:t>
            </a:r>
            <a:endParaRPr sz="900">
              <a:solidFill>
                <a:schemeClr val="dk1"/>
              </a:solidFill>
              <a:latin typeface="Outfit"/>
              <a:ea typeface="Outfit"/>
              <a:cs typeface="Outfit"/>
              <a:sym typeface="Outfit"/>
            </a:endParaRPr>
          </a:p>
          <a:p>
            <a:pPr marL="171450" lvl="0" indent="-171450" algn="l" rtl="0">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Mesure de la pertinence des choix pour favoriser l’amélioration continue (à priori et à posteriori)</a:t>
            </a:r>
            <a:endParaRPr sz="900">
              <a:solidFill>
                <a:schemeClr val="dk1"/>
              </a:solidFill>
              <a:latin typeface="Outfit"/>
              <a:ea typeface="Outfit"/>
              <a:cs typeface="Outfit"/>
              <a:sym typeface="Outfit"/>
            </a:endParaRPr>
          </a:p>
          <a:p>
            <a:pPr marL="171450" lvl="0" indent="-171450" algn="l" rtl="0">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Lien entre les processus financiers et la gestion du portefeuille</a:t>
            </a:r>
            <a:endParaRPr sz="900">
              <a:solidFill>
                <a:schemeClr val="dk1"/>
              </a:solidFill>
              <a:latin typeface="Outfit"/>
              <a:ea typeface="Outfit"/>
              <a:cs typeface="Outfit"/>
              <a:sym typeface="Outfit"/>
            </a:endParaRPr>
          </a:p>
        </p:txBody>
      </p:sp>
      <p:sp>
        <p:nvSpPr>
          <p:cNvPr id="1658" name="Google Shape;1658;p123"/>
          <p:cNvSpPr/>
          <p:nvPr/>
        </p:nvSpPr>
        <p:spPr>
          <a:xfrm>
            <a:off x="1414175" y="2298550"/>
            <a:ext cx="5209500" cy="1264500"/>
          </a:xfrm>
          <a:prstGeom prst="round1Rect">
            <a:avLst>
              <a:gd name="adj" fmla="val 0"/>
            </a:avLst>
          </a:prstGeom>
          <a:noFill/>
          <a:ln>
            <a:noFill/>
          </a:ln>
        </p:spPr>
        <p:txBody>
          <a:bodyPr spcFirstLastPara="1" wrap="square" lIns="91425" tIns="91425" rIns="0" bIns="91425" anchor="t" anchorCtr="0">
            <a:noAutofit/>
          </a:bodyPr>
          <a:lstStyle/>
          <a:p>
            <a:pPr marL="0" lvl="0" indent="0" algn="l" rtl="0">
              <a:spcBef>
                <a:spcPts val="0"/>
              </a:spcBef>
              <a:spcAft>
                <a:spcPts val="0"/>
              </a:spcAft>
              <a:buNone/>
            </a:pPr>
            <a:r>
              <a:rPr lang="en" sz="1100" b="1">
                <a:solidFill>
                  <a:schemeClr val="dk1"/>
                </a:solidFill>
                <a:latin typeface="Outfit"/>
                <a:ea typeface="Outfit"/>
                <a:cs typeface="Outfit"/>
                <a:sym typeface="Outfit"/>
              </a:rPr>
              <a:t>Transmettre et rendre autonomes les équipes CACF France</a:t>
            </a:r>
            <a:br>
              <a:rPr lang="en" sz="1100" b="1">
                <a:solidFill>
                  <a:schemeClr val="dk1"/>
                </a:solidFill>
                <a:latin typeface="Outfit"/>
                <a:ea typeface="Outfit"/>
                <a:cs typeface="Outfit"/>
                <a:sym typeface="Outfit"/>
              </a:rPr>
            </a:br>
            <a:r>
              <a:rPr lang="en" sz="1100" b="1">
                <a:solidFill>
                  <a:schemeClr val="dk1"/>
                </a:solidFill>
                <a:latin typeface="Outfit"/>
                <a:ea typeface="Outfit"/>
                <a:cs typeface="Outfit"/>
                <a:sym typeface="Outfit"/>
              </a:rPr>
              <a:t>pour les aider à porter et incarner la transformation</a:t>
            </a:r>
            <a:endParaRPr sz="1100" b="1">
              <a:solidFill>
                <a:schemeClr val="dk1"/>
              </a:solidFill>
              <a:latin typeface="Outfit"/>
              <a:ea typeface="Outfit"/>
              <a:cs typeface="Outfit"/>
              <a:sym typeface="Outfit"/>
            </a:endParaRPr>
          </a:p>
          <a:p>
            <a:pPr marL="0" lvl="0" indent="0" algn="l" rtl="0">
              <a:spcBef>
                <a:spcPts val="0"/>
              </a:spcBef>
              <a:spcAft>
                <a:spcPts val="0"/>
              </a:spcAft>
              <a:buNone/>
            </a:pPr>
            <a:endParaRPr sz="1100" b="1">
              <a:solidFill>
                <a:schemeClr val="dk1"/>
              </a:solidFill>
              <a:latin typeface="Outfit"/>
              <a:ea typeface="Outfit"/>
              <a:cs typeface="Outfit"/>
              <a:sym typeface="Outfit"/>
            </a:endParaRPr>
          </a:p>
          <a:p>
            <a:pPr marL="0" lvl="0" indent="0" algn="l" rtl="0">
              <a:lnSpc>
                <a:spcPct val="100000"/>
              </a:lnSpc>
              <a:spcBef>
                <a:spcPts val="0"/>
              </a:spcBef>
              <a:spcAft>
                <a:spcPts val="0"/>
              </a:spcAft>
              <a:buNone/>
            </a:pPr>
            <a:endParaRPr sz="1100" b="1">
              <a:solidFill>
                <a:schemeClr val="dk1"/>
              </a:solidFill>
              <a:latin typeface="Outfit"/>
              <a:ea typeface="Outfit"/>
              <a:cs typeface="Outfit"/>
              <a:sym typeface="Outfit"/>
            </a:endParaRPr>
          </a:p>
        </p:txBody>
      </p:sp>
      <p:cxnSp>
        <p:nvCxnSpPr>
          <p:cNvPr id="1659" name="Google Shape;1659;p123"/>
          <p:cNvCxnSpPr/>
          <p:nvPr/>
        </p:nvCxnSpPr>
        <p:spPr>
          <a:xfrm>
            <a:off x="1334828" y="1578737"/>
            <a:ext cx="0" cy="423900"/>
          </a:xfrm>
          <a:prstGeom prst="straightConnector1">
            <a:avLst/>
          </a:prstGeom>
          <a:noFill/>
          <a:ln w="9525" cap="flat" cmpd="sng">
            <a:solidFill>
              <a:schemeClr val="dk1"/>
            </a:solidFill>
            <a:prstDash val="solid"/>
            <a:round/>
            <a:headEnd type="none" w="med" len="med"/>
            <a:tailEnd type="oval" w="med" len="med"/>
          </a:ln>
        </p:spPr>
      </p:cxnSp>
      <p:cxnSp>
        <p:nvCxnSpPr>
          <p:cNvPr id="1660" name="Google Shape;1660;p123"/>
          <p:cNvCxnSpPr/>
          <p:nvPr/>
        </p:nvCxnSpPr>
        <p:spPr>
          <a:xfrm>
            <a:off x="1334828" y="2758860"/>
            <a:ext cx="0" cy="683100"/>
          </a:xfrm>
          <a:prstGeom prst="straightConnector1">
            <a:avLst/>
          </a:prstGeom>
          <a:noFill/>
          <a:ln w="9525" cap="flat" cmpd="sng">
            <a:solidFill>
              <a:schemeClr val="dk1"/>
            </a:solidFill>
            <a:prstDash val="solid"/>
            <a:round/>
            <a:headEnd type="none" w="med" len="med"/>
            <a:tailEnd type="oval" w="med" len="med"/>
          </a:ln>
        </p:spPr>
      </p:cxnSp>
      <p:pic>
        <p:nvPicPr>
          <p:cNvPr id="1661" name="Google Shape;1661;p123"/>
          <p:cNvPicPr preferRelativeResize="0"/>
          <p:nvPr/>
        </p:nvPicPr>
        <p:blipFill rotWithShape="1">
          <a:blip r:embed="rId4">
            <a:alphaModFix/>
          </a:blip>
          <a:srcRect t="12109" b="12116"/>
          <a:stretch/>
        </p:blipFill>
        <p:spPr>
          <a:xfrm>
            <a:off x="916031" y="2453401"/>
            <a:ext cx="404175" cy="306250"/>
          </a:xfrm>
          <a:prstGeom prst="rect">
            <a:avLst/>
          </a:prstGeom>
          <a:noFill/>
          <a:ln>
            <a:noFill/>
          </a:ln>
        </p:spPr>
      </p:pic>
      <p:pic>
        <p:nvPicPr>
          <p:cNvPr id="1662" name="Google Shape;1662;p123" title="Certifie_510x510.png"/>
          <p:cNvPicPr preferRelativeResize="0"/>
          <p:nvPr/>
        </p:nvPicPr>
        <p:blipFill rotWithShape="1">
          <a:blip r:embed="rId5">
            <a:alphaModFix/>
          </a:blip>
          <a:srcRect/>
          <a:stretch/>
        </p:blipFill>
        <p:spPr>
          <a:xfrm rot="10800000">
            <a:off x="7119091" y="1827788"/>
            <a:ext cx="1647600" cy="1647600"/>
          </a:xfrm>
          <a:prstGeom prst="teardrop">
            <a:avLst>
              <a:gd name="adj" fmla="val 100000"/>
            </a:avLst>
          </a:prstGeom>
          <a:noFill/>
          <a:ln w="19050" cap="flat" cmpd="sng">
            <a:solidFill>
              <a:schemeClr val="dk1"/>
            </a:solidFill>
            <a:prstDash val="solid"/>
            <a:round/>
            <a:headEnd type="none" w="sm" len="sm"/>
            <a:tailEnd type="none" w="sm" len="sm"/>
          </a:ln>
        </p:spPr>
      </p:pic>
      <p:pic>
        <p:nvPicPr>
          <p:cNvPr id="1663" name="Google Shape;1663;p123"/>
          <p:cNvPicPr preferRelativeResize="0"/>
          <p:nvPr/>
        </p:nvPicPr>
        <p:blipFill>
          <a:blip r:embed="rId6">
            <a:alphaModFix/>
          </a:blip>
          <a:stretch>
            <a:fillRect/>
          </a:stretch>
        </p:blipFill>
        <p:spPr>
          <a:xfrm flipH="1">
            <a:off x="4914464" y="3390211"/>
            <a:ext cx="2204709" cy="1363709"/>
          </a:xfrm>
          <a:prstGeom prst="rect">
            <a:avLst/>
          </a:prstGeom>
          <a:noFill/>
          <a:ln>
            <a:noFill/>
          </a:ln>
        </p:spPr>
      </p:pic>
      <p:sp>
        <p:nvSpPr>
          <p:cNvPr id="1664" name="Google Shape;1664;p123"/>
          <p:cNvSpPr/>
          <p:nvPr/>
        </p:nvSpPr>
        <p:spPr>
          <a:xfrm>
            <a:off x="9313475" y="40575"/>
            <a:ext cx="1573800" cy="14847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rPr>
              <a:t>XXX</a:t>
            </a:r>
            <a:endParaRPr>
              <a:solidFill>
                <a:schemeClr val="lt1"/>
              </a:solidFill>
            </a:endParaRPr>
          </a:p>
          <a:p>
            <a:pPr marL="0" lvl="0" indent="0" algn="ctr" rtl="0">
              <a:spcBef>
                <a:spcPts val="0"/>
              </a:spcBef>
              <a:spcAft>
                <a:spcPts val="0"/>
              </a:spcAft>
              <a:buNone/>
            </a:pPr>
            <a:endParaRPr>
              <a:solidFill>
                <a:schemeClr val="lt1"/>
              </a:solidFill>
            </a:endParaRPr>
          </a:p>
          <a:p>
            <a:pPr marL="0" lvl="0" indent="0" algn="ctr" rtl="0">
              <a:spcBef>
                <a:spcPts val="0"/>
              </a:spcBef>
              <a:spcAft>
                <a:spcPts val="0"/>
              </a:spcAft>
              <a:buNone/>
            </a:pP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8"/>
        <p:cNvGrpSpPr/>
        <p:nvPr/>
      </p:nvGrpSpPr>
      <p:grpSpPr>
        <a:xfrm>
          <a:off x="0" y="0"/>
          <a:ext cx="0" cy="0"/>
          <a:chOff x="0" y="0"/>
          <a:chExt cx="0" cy="0"/>
        </a:xfrm>
      </p:grpSpPr>
      <p:sp>
        <p:nvSpPr>
          <p:cNvPr id="1669" name="Google Shape;1669;p124"/>
          <p:cNvSpPr txBox="1">
            <a:spLocks noGrp="1"/>
          </p:cNvSpPr>
          <p:nvPr>
            <p:ph type="title"/>
          </p:nvPr>
        </p:nvSpPr>
        <p:spPr>
          <a:xfrm>
            <a:off x="3759994" y="291510"/>
            <a:ext cx="4618500" cy="370800"/>
          </a:xfrm>
          <a:prstGeom prst="rect">
            <a:avLst/>
          </a:prstGeom>
        </p:spPr>
        <p:txBody>
          <a:bodyPr spcFirstLastPara="1" wrap="square" lIns="0" tIns="0" rIns="0" bIns="0" anchor="t" anchorCtr="0">
            <a:normAutofit/>
          </a:bodyPr>
          <a:lstStyle/>
          <a:p>
            <a:pPr marL="0" lvl="0" indent="0" algn="r" rtl="0">
              <a:spcBef>
                <a:spcPts val="0"/>
              </a:spcBef>
              <a:spcAft>
                <a:spcPts val="0"/>
              </a:spcAft>
              <a:buNone/>
            </a:pPr>
            <a:r>
              <a:rPr lang="en" sz="2200"/>
              <a:t>Les points clefs de notre démarche</a:t>
            </a:r>
            <a:endParaRPr sz="2200"/>
          </a:p>
        </p:txBody>
      </p:sp>
      <p:sp>
        <p:nvSpPr>
          <p:cNvPr id="1670" name="Google Shape;1670;p124"/>
          <p:cNvSpPr/>
          <p:nvPr/>
        </p:nvSpPr>
        <p:spPr>
          <a:xfrm>
            <a:off x="762750" y="804975"/>
            <a:ext cx="7618500" cy="4047000"/>
          </a:xfrm>
          <a:prstGeom prst="round2DiagRect">
            <a:avLst>
              <a:gd name="adj1" fmla="val 8292"/>
              <a:gd name="adj2" fmla="val 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171450" lvl="0" indent="-184150" algn="l" rtl="0">
              <a:lnSpc>
                <a:spcPct val="125000"/>
              </a:lnSpc>
              <a:spcBef>
                <a:spcPts val="0"/>
              </a:spcBef>
              <a:spcAft>
                <a:spcPts val="0"/>
              </a:spcAft>
              <a:buClr>
                <a:schemeClr val="accent3"/>
              </a:buClr>
              <a:buSzPts val="1100"/>
              <a:buFont typeface="Outfit"/>
              <a:buChar char="●"/>
            </a:pPr>
            <a:r>
              <a:rPr lang="en" sz="1100" b="1">
                <a:solidFill>
                  <a:schemeClr val="dk1"/>
                </a:solidFill>
                <a:latin typeface="Outfit"/>
                <a:ea typeface="Outfit"/>
                <a:cs typeface="Outfit"/>
                <a:sym typeface="Outfit"/>
              </a:rPr>
              <a:t>Des accompagnements d’équipes et individualisés (#HumainAuCoeur) :</a:t>
            </a:r>
            <a:endParaRPr sz="1100" b="1">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Un rythme de transformation volontaire, mais qui respecte et s’adapte à l’humain, qui prend en compte la maturité et fait émerger l’appétence au changement</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Des coachings d’équipes et individuels par des coachs certifiés</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Des parcours de formations transverses et spécifiques en fonction des rôles</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À différents niveaux de l’entreprise, du COMEX, des directions métiers, des équipes et de l’individu</a:t>
            </a:r>
            <a:endParaRPr sz="900">
              <a:solidFill>
                <a:schemeClr val="dk1"/>
              </a:solidFill>
              <a:latin typeface="Outfit"/>
              <a:ea typeface="Outfit"/>
              <a:cs typeface="Outfit"/>
              <a:sym typeface="Outfit"/>
            </a:endParaRPr>
          </a:p>
          <a:p>
            <a:pPr marL="171450" lvl="0" indent="-184150" algn="l" rtl="0">
              <a:lnSpc>
                <a:spcPct val="125000"/>
              </a:lnSpc>
              <a:spcBef>
                <a:spcPts val="0"/>
              </a:spcBef>
              <a:spcAft>
                <a:spcPts val="0"/>
              </a:spcAft>
              <a:buClr>
                <a:schemeClr val="accent3"/>
              </a:buClr>
              <a:buSzPts val="1100"/>
              <a:buFont typeface="Outfit"/>
              <a:buChar char="●"/>
            </a:pPr>
            <a:r>
              <a:rPr lang="en" sz="1100" b="1">
                <a:solidFill>
                  <a:schemeClr val="dk1"/>
                </a:solidFill>
                <a:latin typeface="Outfit"/>
                <a:ea typeface="Outfit"/>
                <a:cs typeface="Outfit"/>
                <a:sym typeface="Outfit"/>
              </a:rPr>
              <a:t>Une approche incrémentale qui embrasse la spécificité des équipes (#ApprocheCollective  #Saison #Simplicité)</a:t>
            </a:r>
            <a:endParaRPr sz="1100" b="1">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Qui prend en compte ce qui a déjà été fait </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Des périmètres à priori inter-Direction (cf: notre proposition de démarche par chaîne de valeur)</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Des “expérimentations” outillées pour favoriser l’amélioration continue et des ajustements en fonction des spécificités des équipes</a:t>
            </a:r>
            <a:endParaRPr sz="900">
              <a:solidFill>
                <a:schemeClr val="dk1"/>
              </a:solidFill>
              <a:latin typeface="Outfit"/>
              <a:ea typeface="Outfit"/>
              <a:cs typeface="Outfit"/>
              <a:sym typeface="Outfit"/>
            </a:endParaRPr>
          </a:p>
          <a:p>
            <a:pPr marL="171450" lvl="0" indent="-184150" algn="l" rtl="0">
              <a:lnSpc>
                <a:spcPct val="125000"/>
              </a:lnSpc>
              <a:spcBef>
                <a:spcPts val="0"/>
              </a:spcBef>
              <a:spcAft>
                <a:spcPts val="0"/>
              </a:spcAft>
              <a:buClr>
                <a:schemeClr val="accent3"/>
              </a:buClr>
              <a:buSzPts val="1100"/>
              <a:buFont typeface="Outfit"/>
              <a:buChar char="●"/>
            </a:pPr>
            <a:r>
              <a:rPr lang="en" sz="1100" b="1">
                <a:solidFill>
                  <a:schemeClr val="dk1"/>
                </a:solidFill>
                <a:latin typeface="Outfit"/>
                <a:ea typeface="Outfit"/>
                <a:cs typeface="Outfit"/>
                <a:sym typeface="Outfit"/>
              </a:rPr>
              <a:t>Une priorisation en amont pour une lisibilité claire qui favorise la responsabilisation (#ApprocheCollective #Saison #HumainAuCoeur #Alignement)</a:t>
            </a:r>
            <a:endParaRPr sz="1100" b="1">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Adossée aux attendus de la transformation et basée sur les chaînes de valeur </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Basée sur des objectifs mesurables, mesurés et partagés par tous (OKR définis dès la saison 1) </a:t>
            </a:r>
            <a:endParaRPr sz="900">
              <a:solidFill>
                <a:schemeClr val="dk1"/>
              </a:solidFill>
              <a:latin typeface="Outfit"/>
              <a:ea typeface="Outfit"/>
              <a:cs typeface="Outfit"/>
              <a:sym typeface="Outfit"/>
            </a:endParaRPr>
          </a:p>
          <a:p>
            <a:pPr marL="171450" lvl="0" indent="-184150" algn="l" rtl="0">
              <a:lnSpc>
                <a:spcPct val="125000"/>
              </a:lnSpc>
              <a:spcBef>
                <a:spcPts val="0"/>
              </a:spcBef>
              <a:spcAft>
                <a:spcPts val="0"/>
              </a:spcAft>
              <a:buClr>
                <a:schemeClr val="accent3"/>
              </a:buClr>
              <a:buSzPts val="1100"/>
              <a:buFont typeface="Outfit"/>
              <a:buChar char="●"/>
            </a:pPr>
            <a:r>
              <a:rPr lang="en" sz="1100" b="1">
                <a:solidFill>
                  <a:schemeClr val="dk1"/>
                </a:solidFill>
                <a:latin typeface="Outfit"/>
                <a:ea typeface="Outfit"/>
                <a:cs typeface="Outfit"/>
                <a:sym typeface="Outfit"/>
              </a:rPr>
              <a:t>Un ajustement en continu du cadre méthodologique et de nos recommandations  (#AlignementAgileByCA)</a:t>
            </a:r>
            <a:endParaRPr sz="1100" b="1">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En lien avec les recommandations du Groupe</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Remonté et porté par les équipes, le COMEX, les Directions (rétrospectives régulières)</a:t>
            </a:r>
            <a:endParaRPr sz="900">
              <a:solidFill>
                <a:schemeClr val="dk1"/>
              </a:solidFill>
              <a:latin typeface="Outfit"/>
              <a:ea typeface="Outfit"/>
              <a:cs typeface="Outfit"/>
              <a:sym typeface="Outfit"/>
            </a:endParaRPr>
          </a:p>
          <a:p>
            <a:pPr marL="171450" lvl="0" indent="-184150" algn="l" rtl="0">
              <a:lnSpc>
                <a:spcPct val="125000"/>
              </a:lnSpc>
              <a:spcBef>
                <a:spcPts val="0"/>
              </a:spcBef>
              <a:spcAft>
                <a:spcPts val="0"/>
              </a:spcAft>
              <a:buClr>
                <a:schemeClr val="accent3"/>
              </a:buClr>
              <a:buSzPts val="1100"/>
              <a:buFont typeface="Outfit"/>
              <a:buChar char="●"/>
            </a:pPr>
            <a:r>
              <a:rPr lang="en" sz="1100" b="1">
                <a:solidFill>
                  <a:schemeClr val="dk1"/>
                </a:solidFill>
                <a:latin typeface="Outfit"/>
                <a:ea typeface="Outfit"/>
                <a:cs typeface="Outfit"/>
                <a:sym typeface="Outfit"/>
              </a:rPr>
              <a:t>Une montée en puissance des équipes CACF France (#Sourcing #HumainAuCoeur)</a:t>
            </a:r>
            <a:endParaRPr sz="1100" b="1">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Des fiches de postes associées aux potentiels nouveaux rôles et aux ajustements des rôles existants</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Formations et accompagnement sur des prises de poste clés dans le cadre de votre transformation (PO, TL, Coach, Scrums etc.)</a:t>
            </a:r>
            <a:endParaRPr sz="900">
              <a:solidFill>
                <a:schemeClr val="dk1"/>
              </a:solidFill>
              <a:latin typeface="Outfit"/>
              <a:ea typeface="Outfit"/>
              <a:cs typeface="Outfit"/>
              <a:sym typeface="Outfit"/>
            </a:endParaRPr>
          </a:p>
          <a:p>
            <a:pPr marL="400050" lvl="1" indent="-171450" algn="l" rtl="0">
              <a:lnSpc>
                <a:spcPct val="125000"/>
              </a:lnSpc>
              <a:spcBef>
                <a:spcPts val="0"/>
              </a:spcBef>
              <a:spcAft>
                <a:spcPts val="0"/>
              </a:spcAft>
              <a:buClr>
                <a:schemeClr val="dk1"/>
              </a:buClr>
              <a:buSzPts val="900"/>
              <a:buFont typeface="Outfit"/>
              <a:buChar char="○"/>
            </a:pPr>
            <a:r>
              <a:rPr lang="en" sz="900">
                <a:solidFill>
                  <a:schemeClr val="dk1"/>
                </a:solidFill>
                <a:latin typeface="Outfit"/>
                <a:ea typeface="Outfit"/>
                <a:cs typeface="Outfit"/>
                <a:sym typeface="Outfit"/>
              </a:rPr>
              <a:t>Un compagnonnage avec vos équipes pour une montée en compétence accélérée et votre mise en autonomie</a:t>
            </a:r>
            <a:endParaRPr sz="1300">
              <a:latin typeface="Outfit"/>
              <a:ea typeface="Outfit"/>
              <a:cs typeface="Outfit"/>
              <a:sym typeface="Outfi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99"/>
        <p:cNvGrpSpPr/>
        <p:nvPr/>
      </p:nvGrpSpPr>
      <p:grpSpPr>
        <a:xfrm>
          <a:off x="0" y="0"/>
          <a:ext cx="0" cy="0"/>
          <a:chOff x="0" y="0"/>
          <a:chExt cx="0" cy="0"/>
        </a:xfrm>
      </p:grpSpPr>
      <p:sp>
        <p:nvSpPr>
          <p:cNvPr id="2200" name="Google Shape;2200;p138"/>
          <p:cNvSpPr txBox="1">
            <a:spLocks noGrp="1"/>
          </p:cNvSpPr>
          <p:nvPr>
            <p:ph type="title"/>
          </p:nvPr>
        </p:nvSpPr>
        <p:spPr>
          <a:xfrm>
            <a:off x="562500" y="361400"/>
            <a:ext cx="3899400" cy="370800"/>
          </a:xfrm>
          <a:prstGeom prst="rect">
            <a:avLst/>
          </a:prstGeom>
        </p:spPr>
        <p:txBody>
          <a:bodyPr spcFirstLastPara="1" wrap="square" lIns="0" tIns="0" rIns="0" bIns="0" anchor="t" anchorCtr="0">
            <a:normAutofit/>
          </a:bodyPr>
          <a:lstStyle/>
          <a:p>
            <a:pPr marL="0" lvl="0" indent="0" algn="l" rtl="0">
              <a:spcBef>
                <a:spcPts val="0"/>
              </a:spcBef>
              <a:spcAft>
                <a:spcPts val="0"/>
              </a:spcAft>
              <a:buNone/>
            </a:pPr>
            <a:r>
              <a:rPr lang="en"/>
              <a:t>Ce que nous pouvons vous apporter </a:t>
            </a:r>
            <a:endParaRPr/>
          </a:p>
        </p:txBody>
      </p:sp>
      <p:grpSp>
        <p:nvGrpSpPr>
          <p:cNvPr id="2201" name="Google Shape;2201;p138"/>
          <p:cNvGrpSpPr/>
          <p:nvPr/>
        </p:nvGrpSpPr>
        <p:grpSpPr>
          <a:xfrm>
            <a:off x="1978003" y="748392"/>
            <a:ext cx="1894937" cy="4097216"/>
            <a:chOff x="609546" y="1279275"/>
            <a:chExt cx="1894937" cy="4097216"/>
          </a:xfrm>
        </p:grpSpPr>
        <p:grpSp>
          <p:nvGrpSpPr>
            <p:cNvPr id="2202" name="Google Shape;2202;p138"/>
            <p:cNvGrpSpPr/>
            <p:nvPr/>
          </p:nvGrpSpPr>
          <p:grpSpPr>
            <a:xfrm>
              <a:off x="1610350" y="1720952"/>
              <a:ext cx="793663" cy="268569"/>
              <a:chOff x="2358034" y="1510279"/>
              <a:chExt cx="1012196" cy="342519"/>
            </a:xfrm>
          </p:grpSpPr>
          <p:cxnSp>
            <p:nvCxnSpPr>
              <p:cNvPr id="2203" name="Google Shape;2203;p138"/>
              <p:cNvCxnSpPr>
                <a:stCxn id="2204" idx="0"/>
                <a:endCxn id="2205" idx="4"/>
              </p:cNvCxnSpPr>
              <p:nvPr/>
            </p:nvCxnSpPr>
            <p:spPr>
              <a:xfrm rot="10800000" flipH="1">
                <a:off x="2398384" y="1721801"/>
                <a:ext cx="814800" cy="300"/>
              </a:xfrm>
              <a:prstGeom prst="straightConnector1">
                <a:avLst/>
              </a:prstGeom>
              <a:noFill/>
              <a:ln w="9525" cap="flat" cmpd="sng">
                <a:solidFill>
                  <a:srgbClr val="0E2356"/>
                </a:solidFill>
                <a:prstDash val="solid"/>
                <a:round/>
                <a:headEnd type="none" w="med" len="med"/>
                <a:tailEnd type="none" w="med" len="med"/>
              </a:ln>
            </p:spPr>
          </p:cxnSp>
          <p:cxnSp>
            <p:nvCxnSpPr>
              <p:cNvPr id="2206" name="Google Shape;2206;p138"/>
              <p:cNvCxnSpPr>
                <a:stCxn id="2204" idx="2"/>
                <a:endCxn id="2205" idx="0"/>
              </p:cNvCxnSpPr>
              <p:nvPr/>
            </p:nvCxnSpPr>
            <p:spPr>
              <a:xfrm rot="10800000" flipH="1">
                <a:off x="2399829" y="1641127"/>
                <a:ext cx="813300" cy="300"/>
              </a:xfrm>
              <a:prstGeom prst="straightConnector1">
                <a:avLst/>
              </a:prstGeom>
              <a:noFill/>
              <a:ln w="9525" cap="flat" cmpd="sng">
                <a:solidFill>
                  <a:srgbClr val="0E2356"/>
                </a:solidFill>
                <a:prstDash val="solid"/>
                <a:round/>
                <a:headEnd type="none" w="med" len="med"/>
                <a:tailEnd type="none" w="med" len="med"/>
              </a:ln>
            </p:spPr>
          </p:cxnSp>
          <p:cxnSp>
            <p:nvCxnSpPr>
              <p:cNvPr id="2207" name="Google Shape;2207;p138"/>
              <p:cNvCxnSpPr>
                <a:stCxn id="2205" idx="0"/>
                <a:endCxn id="2208" idx="0"/>
              </p:cNvCxnSpPr>
              <p:nvPr/>
            </p:nvCxnSpPr>
            <p:spPr>
              <a:xfrm rot="10800000">
                <a:off x="3156479" y="1598275"/>
                <a:ext cx="56700" cy="42900"/>
              </a:xfrm>
              <a:prstGeom prst="straightConnector1">
                <a:avLst/>
              </a:prstGeom>
              <a:noFill/>
              <a:ln w="9525" cap="flat" cmpd="sng">
                <a:solidFill>
                  <a:srgbClr val="0E2356"/>
                </a:solidFill>
                <a:prstDash val="solid"/>
                <a:round/>
                <a:headEnd type="none" w="med" len="med"/>
                <a:tailEnd type="none" w="med" len="med"/>
              </a:ln>
            </p:spPr>
          </p:cxnSp>
          <p:sp>
            <p:nvSpPr>
              <p:cNvPr id="2208" name="Google Shape;2208;p138"/>
              <p:cNvSpPr/>
              <p:nvPr/>
            </p:nvSpPr>
            <p:spPr>
              <a:xfrm rot="-8585225">
                <a:off x="3140453" y="1526269"/>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4" name="Google Shape;2204;p138"/>
              <p:cNvSpPr/>
              <p:nvPr/>
            </p:nvSpPr>
            <p:spPr>
              <a:xfrm rot="10800000">
                <a:off x="2358034" y="1641401"/>
                <a:ext cx="80700" cy="8070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09" name="Google Shape;2209;p138"/>
              <p:cNvCxnSpPr>
                <a:stCxn id="2210" idx="2"/>
                <a:endCxn id="2208" idx="2"/>
              </p:cNvCxnSpPr>
              <p:nvPr/>
            </p:nvCxnSpPr>
            <p:spPr>
              <a:xfrm rot="10800000">
                <a:off x="3205438" y="1535072"/>
                <a:ext cx="148200" cy="113700"/>
              </a:xfrm>
              <a:prstGeom prst="straightConnector1">
                <a:avLst/>
              </a:prstGeom>
              <a:noFill/>
              <a:ln w="9525" cap="flat" cmpd="sng">
                <a:solidFill>
                  <a:srgbClr val="0E2356"/>
                </a:solidFill>
                <a:prstDash val="solid"/>
                <a:round/>
                <a:headEnd type="none" w="med" len="med"/>
                <a:tailEnd type="none" w="med" len="med"/>
              </a:ln>
            </p:spPr>
          </p:cxnSp>
          <p:sp>
            <p:nvSpPr>
              <p:cNvPr id="2211" name="Google Shape;2211;p138"/>
              <p:cNvSpPr/>
              <p:nvPr/>
            </p:nvSpPr>
            <p:spPr>
              <a:xfrm rot="-2214775" flipH="1">
                <a:off x="3139967" y="1756888"/>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12" name="Google Shape;2212;p138"/>
              <p:cNvCxnSpPr>
                <a:stCxn id="2210" idx="0"/>
                <a:endCxn id="2211" idx="2"/>
              </p:cNvCxnSpPr>
              <p:nvPr/>
            </p:nvCxnSpPr>
            <p:spPr>
              <a:xfrm flipH="1">
                <a:off x="3205019" y="1713189"/>
                <a:ext cx="149100" cy="114600"/>
              </a:xfrm>
              <a:prstGeom prst="straightConnector1">
                <a:avLst/>
              </a:prstGeom>
              <a:noFill/>
              <a:ln w="9525" cap="flat" cmpd="sng">
                <a:solidFill>
                  <a:srgbClr val="0E2356"/>
                </a:solidFill>
                <a:prstDash val="solid"/>
                <a:round/>
                <a:headEnd type="none" w="med" len="med"/>
                <a:tailEnd type="none" w="med" len="med"/>
              </a:ln>
            </p:spPr>
          </p:cxnSp>
          <p:sp>
            <p:nvSpPr>
              <p:cNvPr id="2210" name="Google Shape;2210;p138"/>
              <p:cNvSpPr/>
              <p:nvPr/>
            </p:nvSpPr>
            <p:spPr>
              <a:xfrm rot="10800000" flipH="1">
                <a:off x="3290430" y="1641256"/>
                <a:ext cx="79800" cy="79800"/>
              </a:xfrm>
              <a:prstGeom prst="arc">
                <a:avLst>
                  <a:gd name="adj1" fmla="val 18395961"/>
                  <a:gd name="adj2" fmla="val 3255347"/>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05" name="Google Shape;2205;p138"/>
              <p:cNvSpPr/>
              <p:nvPr/>
            </p:nvSpPr>
            <p:spPr>
              <a:xfrm>
                <a:off x="3172829" y="1641175"/>
                <a:ext cx="80700" cy="807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13" name="Google Shape;2213;p138"/>
              <p:cNvCxnSpPr>
                <a:stCxn id="2205" idx="4"/>
                <a:endCxn id="2211" idx="0"/>
              </p:cNvCxnSpPr>
              <p:nvPr/>
            </p:nvCxnSpPr>
            <p:spPr>
              <a:xfrm flipH="1">
                <a:off x="3155879" y="1721875"/>
                <a:ext cx="57300" cy="42900"/>
              </a:xfrm>
              <a:prstGeom prst="straightConnector1">
                <a:avLst/>
              </a:prstGeom>
              <a:noFill/>
              <a:ln w="9525" cap="flat" cmpd="sng">
                <a:solidFill>
                  <a:srgbClr val="0E2356"/>
                </a:solidFill>
                <a:prstDash val="solid"/>
                <a:round/>
                <a:headEnd type="none" w="med" len="med"/>
                <a:tailEnd type="none" w="med" len="med"/>
              </a:ln>
            </p:spPr>
          </p:cxnSp>
        </p:grpSp>
        <p:sp>
          <p:nvSpPr>
            <p:cNvPr id="2214" name="Google Shape;2214;p138"/>
            <p:cNvSpPr/>
            <p:nvPr/>
          </p:nvSpPr>
          <p:spPr>
            <a:xfrm rot="10800000" flipH="1">
              <a:off x="617179" y="1279275"/>
              <a:ext cx="370800" cy="370800"/>
            </a:xfrm>
            <a:prstGeom prst="teardrop">
              <a:avLst>
                <a:gd name="adj" fmla="val 10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15" name="Google Shape;2215;p138"/>
            <p:cNvSpPr/>
            <p:nvPr/>
          </p:nvSpPr>
          <p:spPr>
            <a:xfrm rot="10800000" flipH="1">
              <a:off x="983286" y="1424875"/>
              <a:ext cx="1148700" cy="462300"/>
            </a:xfrm>
            <a:prstGeom prst="round2DiagRect">
              <a:avLst>
                <a:gd name="adj1" fmla="val 50000"/>
                <a:gd name="adj2" fmla="val 0"/>
              </a:avLst>
            </a:prstGeom>
            <a:solidFill>
              <a:srgbClr val="FFFFFF"/>
            </a:solid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utfit"/>
                <a:ea typeface="Outfit"/>
                <a:cs typeface="Outfit"/>
                <a:sym typeface="Outfit"/>
              </a:endParaRPr>
            </a:p>
          </p:txBody>
        </p:sp>
        <p:sp>
          <p:nvSpPr>
            <p:cNvPr id="2216" name="Google Shape;2216;p138"/>
            <p:cNvSpPr txBox="1"/>
            <p:nvPr/>
          </p:nvSpPr>
          <p:spPr>
            <a:xfrm>
              <a:off x="983411" y="1477900"/>
              <a:ext cx="1148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0E2356"/>
                  </a:solidFill>
                  <a:latin typeface="Outfit"/>
                  <a:ea typeface="Outfit"/>
                  <a:cs typeface="Outfit"/>
                  <a:sym typeface="Outfit"/>
                </a:rPr>
                <a:t>Engagement</a:t>
              </a:r>
              <a:endParaRPr sz="1100" b="1">
                <a:solidFill>
                  <a:srgbClr val="0E2356"/>
                </a:solidFill>
              </a:endParaRPr>
            </a:p>
          </p:txBody>
        </p:sp>
        <p:sp>
          <p:nvSpPr>
            <p:cNvPr id="2217" name="Google Shape;2217;p138"/>
            <p:cNvSpPr txBox="1"/>
            <p:nvPr/>
          </p:nvSpPr>
          <p:spPr>
            <a:xfrm>
              <a:off x="987983" y="2076191"/>
              <a:ext cx="1516500" cy="3300300"/>
            </a:xfrm>
            <a:prstGeom prst="rect">
              <a:avLst/>
            </a:prstGeom>
            <a:noFill/>
            <a:ln>
              <a:noFill/>
            </a:ln>
          </p:spPr>
          <p:txBody>
            <a:bodyPr spcFirstLastPara="1" wrap="square" lIns="20300" tIns="20300" rIns="20300" bIns="20300" anchor="t" anchorCtr="0">
              <a:noAutofit/>
            </a:bodyPr>
            <a:lstStyle/>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OCTO </a:t>
              </a:r>
              <a:r>
                <a:rPr lang="en" sz="900" b="1">
                  <a:solidFill>
                    <a:srgbClr val="0E2356"/>
                  </a:solidFill>
                  <a:latin typeface="Outfit"/>
                  <a:ea typeface="Outfit"/>
                  <a:cs typeface="Outfit"/>
                  <a:sym typeface="Outfit"/>
                </a:rPr>
                <a:t>s’engage </a:t>
              </a:r>
              <a:r>
                <a:rPr lang="en" sz="900">
                  <a:solidFill>
                    <a:srgbClr val="0E2356"/>
                  </a:solidFill>
                  <a:latin typeface="Outfit"/>
                  <a:ea typeface="Outfit"/>
                  <a:cs typeface="Outfit"/>
                  <a:sym typeface="Outfit"/>
                </a:rPr>
                <a:t>sur l’atteinte des </a:t>
              </a:r>
              <a:r>
                <a:rPr lang="en" sz="900" b="1">
                  <a:solidFill>
                    <a:srgbClr val="0E2356"/>
                  </a:solidFill>
                  <a:latin typeface="Outfit"/>
                  <a:ea typeface="Outfit"/>
                  <a:cs typeface="Outfit"/>
                  <a:sym typeface="Outfit"/>
                </a:rPr>
                <a:t>résultats, </a:t>
              </a:r>
              <a:r>
                <a:rPr lang="en" sz="900">
                  <a:solidFill>
                    <a:schemeClr val="dk1"/>
                  </a:solidFill>
                  <a:latin typeface="Outfit"/>
                  <a:ea typeface="Outfit"/>
                  <a:cs typeface="Outfit"/>
                  <a:sym typeface="Outfit"/>
                </a:rPr>
                <a:t>pour maximiser la réussite</a:t>
              </a:r>
              <a:br>
                <a:rPr lang="en" sz="900">
                  <a:solidFill>
                    <a:schemeClr val="dk1"/>
                  </a:solidFill>
                  <a:latin typeface="Outfit"/>
                  <a:ea typeface="Outfit"/>
                  <a:cs typeface="Outfit"/>
                  <a:sym typeface="Outfit"/>
                </a:rPr>
              </a:br>
              <a:r>
                <a:rPr lang="en" sz="900">
                  <a:solidFill>
                    <a:schemeClr val="dk1"/>
                  </a:solidFill>
                  <a:latin typeface="Outfit"/>
                  <a:ea typeface="Outfit"/>
                  <a:cs typeface="Outfit"/>
                  <a:sym typeface="Outfit"/>
                </a:rPr>
                <a:t>de votre transformation</a:t>
              </a:r>
              <a:r>
                <a:rPr lang="en" sz="900">
                  <a:solidFill>
                    <a:srgbClr val="0E2356"/>
                  </a:solidFill>
                  <a:latin typeface="Outfit"/>
                  <a:ea typeface="Outfit"/>
                  <a:cs typeface="Outfit"/>
                  <a:sym typeface="Outfit"/>
                </a:rPr>
                <a:t>. </a:t>
              </a: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endParaRPr sz="4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Nous vous proposons de définir le point de départ des </a:t>
              </a:r>
              <a:r>
                <a:rPr lang="en" sz="900" b="1">
                  <a:solidFill>
                    <a:srgbClr val="0E2356"/>
                  </a:solidFill>
                  <a:latin typeface="Outfit"/>
                  <a:ea typeface="Outfit"/>
                  <a:cs typeface="Outfit"/>
                  <a:sym typeface="Outfit"/>
                </a:rPr>
                <a:t>critères d’engagement</a:t>
              </a:r>
              <a:r>
                <a:rPr lang="en" sz="900">
                  <a:solidFill>
                    <a:srgbClr val="0E2356"/>
                  </a:solidFill>
                  <a:latin typeface="Outfit"/>
                  <a:ea typeface="Outfit"/>
                  <a:cs typeface="Outfit"/>
                  <a:sym typeface="Outfit"/>
                </a:rPr>
                <a:t> lors de la première saison pour les suivre dès la seconde, avec possibilité de corréler nos coûts à l’atteinte des résultats que nous aurons décider collectivement.</a:t>
              </a: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endParaRPr sz="4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La </a:t>
              </a:r>
              <a:r>
                <a:rPr lang="en" sz="900" b="1">
                  <a:solidFill>
                    <a:srgbClr val="0E2356"/>
                  </a:solidFill>
                  <a:latin typeface="Outfit"/>
                  <a:ea typeface="Outfit"/>
                  <a:cs typeface="Outfit"/>
                  <a:sym typeface="Outfit"/>
                </a:rPr>
                <a:t>présence locale</a:t>
              </a:r>
              <a:r>
                <a:rPr lang="en" sz="900">
                  <a:solidFill>
                    <a:srgbClr val="0E2356"/>
                  </a:solidFill>
                  <a:latin typeface="Outfit"/>
                  <a:ea typeface="Outfit"/>
                  <a:cs typeface="Outfit"/>
                  <a:sym typeface="Outfit"/>
                </a:rPr>
                <a:t> (Roubaix, Massy) de notre vivier de plus de 170 coachs en France nous permettra d’avoir une proximité avec vos équipes pour plus </a:t>
              </a:r>
              <a:r>
                <a:rPr lang="en" sz="900" b="1">
                  <a:solidFill>
                    <a:srgbClr val="0E2356"/>
                  </a:solidFill>
                  <a:latin typeface="Outfit"/>
                  <a:ea typeface="Outfit"/>
                  <a:cs typeface="Outfit"/>
                  <a:sym typeface="Outfit"/>
                </a:rPr>
                <a:t>d’impact</a:t>
              </a:r>
              <a:r>
                <a:rPr lang="en" sz="900">
                  <a:solidFill>
                    <a:srgbClr val="0E2356"/>
                  </a:solidFill>
                  <a:latin typeface="Outfit"/>
                  <a:ea typeface="Outfit"/>
                  <a:cs typeface="Outfit"/>
                  <a:sym typeface="Outfit"/>
                </a:rPr>
                <a:t>. </a:t>
              </a: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br>
                <a:rPr lang="en" sz="1200">
                  <a:solidFill>
                    <a:schemeClr val="dk1"/>
                  </a:solidFill>
                  <a:latin typeface="Outfit"/>
                  <a:ea typeface="Outfit"/>
                  <a:cs typeface="Outfit"/>
                  <a:sym typeface="Outfit"/>
                </a:rPr>
              </a:br>
              <a:endParaRPr sz="900">
                <a:solidFill>
                  <a:srgbClr val="0E2356"/>
                </a:solidFill>
                <a:latin typeface="Outfit"/>
                <a:ea typeface="Outfit"/>
                <a:cs typeface="Outfit"/>
                <a:sym typeface="Outfit"/>
              </a:endParaRPr>
            </a:p>
          </p:txBody>
        </p:sp>
        <p:sp>
          <p:nvSpPr>
            <p:cNvPr id="2218" name="Google Shape;2218;p138"/>
            <p:cNvSpPr txBox="1"/>
            <p:nvPr/>
          </p:nvSpPr>
          <p:spPr>
            <a:xfrm>
              <a:off x="609546" y="1390006"/>
              <a:ext cx="390900" cy="149400"/>
            </a:xfrm>
            <a:prstGeom prst="rect">
              <a:avLst/>
            </a:prstGeom>
            <a:noFill/>
            <a:ln>
              <a:noFill/>
            </a:ln>
          </p:spPr>
          <p:txBody>
            <a:bodyPr spcFirstLastPara="1" wrap="square" lIns="20300" tIns="20300" rIns="20300" bIns="20300" anchor="ctr" anchorCtr="0">
              <a:noAutofit/>
            </a:bodyPr>
            <a:lstStyle/>
            <a:p>
              <a:pPr marL="0" marR="0" lvl="0" indent="0" algn="ctr" rtl="0">
                <a:spcBef>
                  <a:spcPts val="0"/>
                </a:spcBef>
                <a:spcAft>
                  <a:spcPts val="0"/>
                </a:spcAft>
                <a:buClr>
                  <a:srgbClr val="FFFFFF"/>
                </a:buClr>
                <a:buSzPts val="2200"/>
                <a:buFont typeface="Century Gothic"/>
                <a:buNone/>
              </a:pPr>
              <a:r>
                <a:rPr lang="en" sz="1100">
                  <a:solidFill>
                    <a:srgbClr val="0E2356"/>
                  </a:solidFill>
                  <a:latin typeface="Outfit Medium"/>
                  <a:ea typeface="Outfit Medium"/>
                  <a:cs typeface="Outfit Medium"/>
                  <a:sym typeface="Outfit Medium"/>
                </a:rPr>
                <a:t>2</a:t>
              </a:r>
              <a:r>
                <a:rPr lang="en" sz="1100" i="0" u="none" strike="noStrike" cap="none">
                  <a:solidFill>
                    <a:srgbClr val="0E2356"/>
                  </a:solidFill>
                  <a:latin typeface="Outfit Medium"/>
                  <a:ea typeface="Outfit Medium"/>
                  <a:cs typeface="Outfit Medium"/>
                  <a:sym typeface="Outfit Medium"/>
                </a:rPr>
                <a:t>.</a:t>
              </a:r>
              <a:endParaRPr sz="1100" i="0" u="none" strike="noStrike" cap="none">
                <a:solidFill>
                  <a:srgbClr val="0E2356"/>
                </a:solidFill>
                <a:latin typeface="Outfit Medium"/>
                <a:ea typeface="Outfit Medium"/>
                <a:cs typeface="Outfit Medium"/>
                <a:sym typeface="Outfit Medium"/>
              </a:endParaRPr>
            </a:p>
          </p:txBody>
        </p:sp>
      </p:grpSp>
      <p:grpSp>
        <p:nvGrpSpPr>
          <p:cNvPr id="2219" name="Google Shape;2219;p138"/>
          <p:cNvGrpSpPr/>
          <p:nvPr/>
        </p:nvGrpSpPr>
        <p:grpSpPr>
          <a:xfrm>
            <a:off x="117075" y="748396"/>
            <a:ext cx="1951776" cy="4097212"/>
            <a:chOff x="609546" y="1276213"/>
            <a:chExt cx="1894929" cy="4097212"/>
          </a:xfrm>
        </p:grpSpPr>
        <p:grpSp>
          <p:nvGrpSpPr>
            <p:cNvPr id="2220" name="Google Shape;2220;p138"/>
            <p:cNvGrpSpPr/>
            <p:nvPr/>
          </p:nvGrpSpPr>
          <p:grpSpPr>
            <a:xfrm>
              <a:off x="1610350" y="1717889"/>
              <a:ext cx="793663" cy="268569"/>
              <a:chOff x="2358034" y="1510279"/>
              <a:chExt cx="1012196" cy="342519"/>
            </a:xfrm>
          </p:grpSpPr>
          <p:cxnSp>
            <p:nvCxnSpPr>
              <p:cNvPr id="2221" name="Google Shape;2221;p138"/>
              <p:cNvCxnSpPr>
                <a:stCxn id="2222" idx="0"/>
                <a:endCxn id="2223" idx="4"/>
              </p:cNvCxnSpPr>
              <p:nvPr/>
            </p:nvCxnSpPr>
            <p:spPr>
              <a:xfrm rot="10800000" flipH="1">
                <a:off x="2398384" y="1721801"/>
                <a:ext cx="814800" cy="300"/>
              </a:xfrm>
              <a:prstGeom prst="straightConnector1">
                <a:avLst/>
              </a:prstGeom>
              <a:noFill/>
              <a:ln w="9525" cap="flat" cmpd="sng">
                <a:solidFill>
                  <a:srgbClr val="0E2356"/>
                </a:solidFill>
                <a:prstDash val="solid"/>
                <a:round/>
                <a:headEnd type="none" w="med" len="med"/>
                <a:tailEnd type="none" w="med" len="med"/>
              </a:ln>
            </p:spPr>
          </p:cxnSp>
          <p:cxnSp>
            <p:nvCxnSpPr>
              <p:cNvPr id="2224" name="Google Shape;2224;p138"/>
              <p:cNvCxnSpPr>
                <a:stCxn id="2222" idx="2"/>
                <a:endCxn id="2223" idx="0"/>
              </p:cNvCxnSpPr>
              <p:nvPr/>
            </p:nvCxnSpPr>
            <p:spPr>
              <a:xfrm rot="10800000" flipH="1">
                <a:off x="2399787" y="1641125"/>
                <a:ext cx="813300" cy="300"/>
              </a:xfrm>
              <a:prstGeom prst="straightConnector1">
                <a:avLst/>
              </a:prstGeom>
              <a:noFill/>
              <a:ln w="9525" cap="flat" cmpd="sng">
                <a:solidFill>
                  <a:srgbClr val="0E2356"/>
                </a:solidFill>
                <a:prstDash val="solid"/>
                <a:round/>
                <a:headEnd type="none" w="med" len="med"/>
                <a:tailEnd type="none" w="med" len="med"/>
              </a:ln>
            </p:spPr>
          </p:cxnSp>
          <p:cxnSp>
            <p:nvCxnSpPr>
              <p:cNvPr id="2225" name="Google Shape;2225;p138"/>
              <p:cNvCxnSpPr>
                <a:stCxn id="2223" idx="0"/>
                <a:endCxn id="2226" idx="0"/>
              </p:cNvCxnSpPr>
              <p:nvPr/>
            </p:nvCxnSpPr>
            <p:spPr>
              <a:xfrm rot="10800000">
                <a:off x="3156479" y="1598275"/>
                <a:ext cx="56700" cy="42900"/>
              </a:xfrm>
              <a:prstGeom prst="straightConnector1">
                <a:avLst/>
              </a:prstGeom>
              <a:noFill/>
              <a:ln w="9525" cap="flat" cmpd="sng">
                <a:solidFill>
                  <a:srgbClr val="0E2356"/>
                </a:solidFill>
                <a:prstDash val="solid"/>
                <a:round/>
                <a:headEnd type="none" w="med" len="med"/>
                <a:tailEnd type="none" w="med" len="med"/>
              </a:ln>
            </p:spPr>
          </p:cxnSp>
          <p:sp>
            <p:nvSpPr>
              <p:cNvPr id="2226" name="Google Shape;2226;p138"/>
              <p:cNvSpPr/>
              <p:nvPr/>
            </p:nvSpPr>
            <p:spPr>
              <a:xfrm rot="-8585225">
                <a:off x="3140453" y="1526269"/>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2" name="Google Shape;2222;p138"/>
              <p:cNvSpPr/>
              <p:nvPr/>
            </p:nvSpPr>
            <p:spPr>
              <a:xfrm rot="10800000">
                <a:off x="2358034" y="1641401"/>
                <a:ext cx="80700" cy="8070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27" name="Google Shape;2227;p138"/>
              <p:cNvCxnSpPr>
                <a:stCxn id="2228" idx="2"/>
                <a:endCxn id="2226" idx="2"/>
              </p:cNvCxnSpPr>
              <p:nvPr/>
            </p:nvCxnSpPr>
            <p:spPr>
              <a:xfrm rot="10800000">
                <a:off x="3205584" y="1535050"/>
                <a:ext cx="147600" cy="113400"/>
              </a:xfrm>
              <a:prstGeom prst="straightConnector1">
                <a:avLst/>
              </a:prstGeom>
              <a:noFill/>
              <a:ln w="9525" cap="flat" cmpd="sng">
                <a:solidFill>
                  <a:srgbClr val="0E2356"/>
                </a:solidFill>
                <a:prstDash val="solid"/>
                <a:round/>
                <a:headEnd type="none" w="med" len="med"/>
                <a:tailEnd type="none" w="med" len="med"/>
              </a:ln>
            </p:spPr>
          </p:cxnSp>
          <p:sp>
            <p:nvSpPr>
              <p:cNvPr id="2229" name="Google Shape;2229;p138"/>
              <p:cNvSpPr/>
              <p:nvPr/>
            </p:nvSpPr>
            <p:spPr>
              <a:xfrm rot="-2214775" flipH="1">
                <a:off x="3139967" y="1756888"/>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30" name="Google Shape;2230;p138"/>
              <p:cNvCxnSpPr>
                <a:stCxn id="2228" idx="0"/>
                <a:endCxn id="2229" idx="2"/>
              </p:cNvCxnSpPr>
              <p:nvPr/>
            </p:nvCxnSpPr>
            <p:spPr>
              <a:xfrm flipH="1">
                <a:off x="3205165" y="1713520"/>
                <a:ext cx="148500" cy="114300"/>
              </a:xfrm>
              <a:prstGeom prst="straightConnector1">
                <a:avLst/>
              </a:prstGeom>
              <a:noFill/>
              <a:ln w="9525" cap="flat" cmpd="sng">
                <a:solidFill>
                  <a:srgbClr val="0E2356"/>
                </a:solidFill>
                <a:prstDash val="solid"/>
                <a:round/>
                <a:headEnd type="none" w="med" len="med"/>
                <a:tailEnd type="none" w="med" len="med"/>
              </a:ln>
            </p:spPr>
          </p:cxnSp>
          <p:sp>
            <p:nvSpPr>
              <p:cNvPr id="2228" name="Google Shape;2228;p138"/>
              <p:cNvSpPr/>
              <p:nvPr/>
            </p:nvSpPr>
            <p:spPr>
              <a:xfrm rot="10800000" flipH="1">
                <a:off x="3290430" y="1641256"/>
                <a:ext cx="79800" cy="79800"/>
              </a:xfrm>
              <a:prstGeom prst="arc">
                <a:avLst>
                  <a:gd name="adj1" fmla="val 18395961"/>
                  <a:gd name="adj2" fmla="val 3255347"/>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23" name="Google Shape;2223;p138"/>
              <p:cNvSpPr/>
              <p:nvPr/>
            </p:nvSpPr>
            <p:spPr>
              <a:xfrm>
                <a:off x="3172829" y="1641175"/>
                <a:ext cx="80700" cy="807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31" name="Google Shape;2231;p138"/>
              <p:cNvCxnSpPr>
                <a:stCxn id="2223" idx="4"/>
                <a:endCxn id="2229" idx="0"/>
              </p:cNvCxnSpPr>
              <p:nvPr/>
            </p:nvCxnSpPr>
            <p:spPr>
              <a:xfrm flipH="1">
                <a:off x="3155879" y="1721875"/>
                <a:ext cx="57300" cy="42900"/>
              </a:xfrm>
              <a:prstGeom prst="straightConnector1">
                <a:avLst/>
              </a:prstGeom>
              <a:noFill/>
              <a:ln w="9525" cap="flat" cmpd="sng">
                <a:solidFill>
                  <a:srgbClr val="0E2356"/>
                </a:solidFill>
                <a:prstDash val="solid"/>
                <a:round/>
                <a:headEnd type="none" w="med" len="med"/>
                <a:tailEnd type="none" w="med" len="med"/>
              </a:ln>
            </p:spPr>
          </p:cxnSp>
        </p:grpSp>
        <p:sp>
          <p:nvSpPr>
            <p:cNvPr id="2232" name="Google Shape;2232;p138"/>
            <p:cNvSpPr/>
            <p:nvPr/>
          </p:nvSpPr>
          <p:spPr>
            <a:xfrm rot="10800000" flipH="1">
              <a:off x="617179" y="1276213"/>
              <a:ext cx="370800" cy="370800"/>
            </a:xfrm>
            <a:prstGeom prst="teardrop">
              <a:avLst>
                <a:gd name="adj" fmla="val 10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33" name="Google Shape;2233;p138"/>
            <p:cNvSpPr/>
            <p:nvPr/>
          </p:nvSpPr>
          <p:spPr>
            <a:xfrm rot="10800000" flipH="1">
              <a:off x="983286" y="1421813"/>
              <a:ext cx="1148700" cy="462300"/>
            </a:xfrm>
            <a:prstGeom prst="round2DiagRect">
              <a:avLst>
                <a:gd name="adj1" fmla="val 50000"/>
                <a:gd name="adj2" fmla="val 0"/>
              </a:avLst>
            </a:prstGeom>
            <a:solidFill>
              <a:srgbClr val="FFFFFF"/>
            </a:solid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utfit"/>
                <a:ea typeface="Outfit"/>
                <a:cs typeface="Outfit"/>
                <a:sym typeface="Outfit"/>
              </a:endParaRPr>
            </a:p>
          </p:txBody>
        </p:sp>
        <p:sp>
          <p:nvSpPr>
            <p:cNvPr id="2234" name="Google Shape;2234;p138"/>
            <p:cNvSpPr txBox="1"/>
            <p:nvPr/>
          </p:nvSpPr>
          <p:spPr>
            <a:xfrm>
              <a:off x="973850" y="1391375"/>
              <a:ext cx="11487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0E2356"/>
                  </a:solidFill>
                  <a:latin typeface="Outfit"/>
                  <a:ea typeface="Outfit"/>
                  <a:cs typeface="Outfit"/>
                  <a:sym typeface="Outfit"/>
                </a:rPr>
                <a:t>Continuité</a:t>
              </a:r>
              <a:endParaRPr sz="1100" b="1">
                <a:solidFill>
                  <a:srgbClr val="0E2356"/>
                </a:solidFill>
                <a:latin typeface="Outfit"/>
                <a:ea typeface="Outfit"/>
                <a:cs typeface="Outfit"/>
                <a:sym typeface="Outfit"/>
              </a:endParaRPr>
            </a:p>
            <a:p>
              <a:pPr marL="0" lvl="0" indent="0" algn="ctr" rtl="0">
                <a:spcBef>
                  <a:spcPts val="0"/>
                </a:spcBef>
                <a:spcAft>
                  <a:spcPts val="0"/>
                </a:spcAft>
                <a:buNone/>
              </a:pPr>
              <a:r>
                <a:rPr lang="en" sz="1100" b="1">
                  <a:solidFill>
                    <a:srgbClr val="0E2356"/>
                  </a:solidFill>
                  <a:latin typeface="Outfit"/>
                  <a:ea typeface="Outfit"/>
                  <a:cs typeface="Outfit"/>
                  <a:sym typeface="Outfit"/>
                </a:rPr>
                <a:t> &amp; Réussite</a:t>
              </a:r>
              <a:endParaRPr sz="1100" b="1">
                <a:solidFill>
                  <a:srgbClr val="0E2356"/>
                </a:solidFill>
              </a:endParaRPr>
            </a:p>
          </p:txBody>
        </p:sp>
        <p:sp>
          <p:nvSpPr>
            <p:cNvPr id="2235" name="Google Shape;2235;p138"/>
            <p:cNvSpPr txBox="1"/>
            <p:nvPr/>
          </p:nvSpPr>
          <p:spPr>
            <a:xfrm>
              <a:off x="987975" y="2073125"/>
              <a:ext cx="1516500" cy="3300300"/>
            </a:xfrm>
            <a:prstGeom prst="rect">
              <a:avLst/>
            </a:prstGeom>
            <a:noFill/>
            <a:ln>
              <a:noFill/>
            </a:ln>
          </p:spPr>
          <p:txBody>
            <a:bodyPr spcFirstLastPara="1" wrap="square" lIns="20300" tIns="20300" rIns="20300" bIns="20300" anchor="t" anchorCtr="0">
              <a:noAutofit/>
            </a:bodyPr>
            <a:lstStyle/>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Nous déploierons un </a:t>
              </a:r>
              <a:r>
                <a:rPr lang="en" sz="900" b="1">
                  <a:solidFill>
                    <a:srgbClr val="0E2356"/>
                  </a:solidFill>
                  <a:latin typeface="Outfit"/>
                  <a:ea typeface="Outfit"/>
                  <a:cs typeface="Outfit"/>
                  <a:sym typeface="Outfit"/>
                </a:rPr>
                <a:t>modèle </a:t>
              </a:r>
              <a:r>
                <a:rPr lang="en" sz="900">
                  <a:solidFill>
                    <a:srgbClr val="0E2356"/>
                  </a:solidFill>
                  <a:latin typeface="Outfit"/>
                  <a:ea typeface="Outfit"/>
                  <a:cs typeface="Outfit"/>
                  <a:sym typeface="Outfit"/>
                </a:rPr>
                <a:t>auquel nous croyons, dans lequel nous avons </a:t>
              </a:r>
              <a:r>
                <a:rPr lang="en" sz="900" b="1">
                  <a:solidFill>
                    <a:srgbClr val="0E2356"/>
                  </a:solidFill>
                  <a:latin typeface="Outfit"/>
                  <a:ea typeface="Outfit"/>
                  <a:cs typeface="Outfit"/>
                  <a:sym typeface="Outfit"/>
                </a:rPr>
                <a:t>confiance </a:t>
              </a:r>
              <a:r>
                <a:rPr lang="en" sz="900">
                  <a:solidFill>
                    <a:srgbClr val="0E2356"/>
                  </a:solidFill>
                  <a:latin typeface="Outfit"/>
                  <a:ea typeface="Outfit"/>
                  <a:cs typeface="Outfit"/>
                  <a:sym typeface="Outfit"/>
                </a:rPr>
                <a:t>(défini en lot 1). </a:t>
              </a:r>
              <a:endParaRPr sz="900" i="0" u="none" strike="noStrike" cap="none">
                <a:solidFill>
                  <a:srgbClr val="0E2356"/>
                </a:solidFill>
                <a:latin typeface="Outfit"/>
                <a:ea typeface="Outfit"/>
                <a:cs typeface="Outfit"/>
                <a:sym typeface="Outfit"/>
              </a:endParaRPr>
            </a:p>
            <a:p>
              <a:pPr marL="0" marR="0" lvl="0" indent="0" algn="l" rtl="0">
                <a:lnSpc>
                  <a:spcPct val="120000"/>
                </a:lnSpc>
                <a:spcBef>
                  <a:spcPts val="0"/>
                </a:spcBef>
                <a:spcAft>
                  <a:spcPts val="0"/>
                </a:spcAft>
                <a:buClr>
                  <a:srgbClr val="0E2356"/>
                </a:buClr>
                <a:buSzPts val="800"/>
                <a:buFont typeface="Century Gothic"/>
                <a:buNone/>
              </a:pPr>
              <a:endParaRPr sz="400">
                <a:solidFill>
                  <a:srgbClr val="0E2356"/>
                </a:solidFill>
                <a:latin typeface="Outfit"/>
                <a:ea typeface="Outfit"/>
                <a:cs typeface="Outfit"/>
                <a:sym typeface="Outfit"/>
              </a:endParaRPr>
            </a:p>
            <a:p>
              <a:pPr marL="0" marR="0" lvl="0" indent="0" algn="l" rtl="0">
                <a:lnSpc>
                  <a:spcPct val="120000"/>
                </a:lnSpc>
                <a:spcBef>
                  <a:spcPts val="0"/>
                </a:spcBef>
                <a:spcAft>
                  <a:spcPts val="0"/>
                </a:spcAft>
                <a:buClr>
                  <a:srgbClr val="0E2356"/>
                </a:buClr>
                <a:buSzPts val="800"/>
                <a:buFont typeface="Century Gothic"/>
                <a:buNone/>
              </a:pPr>
              <a:r>
                <a:rPr lang="en" sz="900">
                  <a:solidFill>
                    <a:srgbClr val="0E2356"/>
                  </a:solidFill>
                  <a:latin typeface="Outfit"/>
                  <a:ea typeface="Outfit"/>
                  <a:cs typeface="Outfit"/>
                  <a:sym typeface="Outfit"/>
                </a:rPr>
                <a:t>OCTO est un acteur majeur du marché, expert des </a:t>
              </a:r>
              <a:r>
                <a:rPr lang="en" sz="900" b="1">
                  <a:solidFill>
                    <a:srgbClr val="0E2356"/>
                  </a:solidFill>
                  <a:latin typeface="Outfit"/>
                  <a:ea typeface="Outfit"/>
                  <a:cs typeface="Outfit"/>
                  <a:sym typeface="Outfit"/>
                </a:rPr>
                <a:t>transformations agiles et produit réussies</a:t>
              </a:r>
              <a:r>
                <a:rPr lang="en" sz="900">
                  <a:solidFill>
                    <a:srgbClr val="0E2356"/>
                  </a:solidFill>
                  <a:latin typeface="Outfit"/>
                  <a:ea typeface="Outfit"/>
                  <a:cs typeface="Outfit"/>
                  <a:sym typeface="Outfit"/>
                </a:rPr>
                <a:t>, notamment au sein du Crédit Agricole (CACEIS) mais aussi sur l’ensemble des secteurs : TF1, Club Med, L’Oréal, Meetic, Fnac Darty, Cdiscount, BPCE, TOTAL, Allianz….</a:t>
              </a:r>
              <a:endParaRPr sz="900">
                <a:solidFill>
                  <a:srgbClr val="0E2356"/>
                </a:solidFill>
                <a:latin typeface="Outfit"/>
                <a:ea typeface="Outfit"/>
                <a:cs typeface="Outfit"/>
                <a:sym typeface="Outfit"/>
              </a:endParaRPr>
            </a:p>
            <a:p>
              <a:pPr marL="0" marR="0" lvl="0" indent="0" algn="l" rtl="0">
                <a:lnSpc>
                  <a:spcPct val="120000"/>
                </a:lnSpc>
                <a:spcBef>
                  <a:spcPts val="0"/>
                </a:spcBef>
                <a:spcAft>
                  <a:spcPts val="0"/>
                </a:spcAft>
                <a:buClr>
                  <a:srgbClr val="0E2356"/>
                </a:buClr>
                <a:buSzPts val="800"/>
                <a:buFont typeface="Century Gothic"/>
                <a:buNone/>
              </a:pPr>
              <a:endParaRPr sz="400">
                <a:solidFill>
                  <a:srgbClr val="0E2356"/>
                </a:solidFill>
                <a:highlight>
                  <a:srgbClr val="FFFF00"/>
                </a:highlight>
                <a:latin typeface="Outfit"/>
                <a:ea typeface="Outfit"/>
                <a:cs typeface="Outfit"/>
                <a:sym typeface="Outfit"/>
              </a:endParaRPr>
            </a:p>
            <a:p>
              <a:pPr marL="0" lvl="0" indent="0" algn="l" rtl="0">
                <a:lnSpc>
                  <a:spcPct val="120000"/>
                </a:lnSpc>
                <a:spcBef>
                  <a:spcPts val="0"/>
                </a:spcBef>
                <a:spcAft>
                  <a:spcPts val="0"/>
                </a:spcAft>
                <a:buClr>
                  <a:schemeClr val="dk1"/>
                </a:buClr>
                <a:buSzPts val="800"/>
                <a:buFont typeface="Century Gothic"/>
                <a:buNone/>
              </a:pPr>
              <a:r>
                <a:rPr lang="en" sz="900">
                  <a:solidFill>
                    <a:schemeClr val="dk1"/>
                  </a:solidFill>
                  <a:latin typeface="Outfit"/>
                  <a:ea typeface="Outfit"/>
                  <a:cs typeface="Outfit"/>
                  <a:sym typeface="Outfit"/>
                </a:rPr>
                <a:t>Ce que nous définissons</a:t>
              </a:r>
              <a:br>
                <a:rPr lang="en" sz="900">
                  <a:solidFill>
                    <a:schemeClr val="dk1"/>
                  </a:solidFill>
                  <a:latin typeface="Outfit"/>
                  <a:ea typeface="Outfit"/>
                  <a:cs typeface="Outfit"/>
                  <a:sym typeface="Outfit"/>
                </a:rPr>
              </a:br>
              <a:r>
                <a:rPr lang="en" sz="900">
                  <a:solidFill>
                    <a:schemeClr val="dk1"/>
                  </a:solidFill>
                  <a:latin typeface="Outfit"/>
                  <a:ea typeface="Outfit"/>
                  <a:cs typeface="Outfit"/>
                  <a:sym typeface="Outfit"/>
                </a:rPr>
                <a:t>doit être </a:t>
              </a:r>
              <a:r>
                <a:rPr lang="en" sz="900" b="1">
                  <a:solidFill>
                    <a:schemeClr val="dk1"/>
                  </a:solidFill>
                  <a:latin typeface="Outfit"/>
                  <a:ea typeface="Outfit"/>
                  <a:cs typeface="Outfit"/>
                  <a:sym typeface="Outfit"/>
                </a:rPr>
                <a:t>déployable “facilement” </a:t>
              </a:r>
              <a:r>
                <a:rPr lang="en" sz="900">
                  <a:solidFill>
                    <a:schemeClr val="dk1"/>
                  </a:solidFill>
                  <a:latin typeface="Outfit"/>
                  <a:ea typeface="Outfit"/>
                  <a:cs typeface="Outfit"/>
                  <a:sym typeface="Outfit"/>
                </a:rPr>
                <a:t>chez nos clients. Nous sommes </a:t>
              </a:r>
              <a:r>
                <a:rPr lang="en" sz="900" b="1">
                  <a:solidFill>
                    <a:schemeClr val="dk1"/>
                  </a:solidFill>
                  <a:latin typeface="Outfit"/>
                  <a:ea typeface="Outfit"/>
                  <a:cs typeface="Outfit"/>
                  <a:sym typeface="Outfit"/>
                </a:rPr>
                <a:t>partenaires </a:t>
              </a:r>
              <a:r>
                <a:rPr lang="en" sz="900">
                  <a:solidFill>
                    <a:schemeClr val="dk1"/>
                  </a:solidFill>
                  <a:latin typeface="Outfit"/>
                  <a:ea typeface="Outfit"/>
                  <a:cs typeface="Outfit"/>
                  <a:sym typeface="Outfit"/>
                </a:rPr>
                <a:t>de votre </a:t>
              </a:r>
              <a:r>
                <a:rPr lang="en" sz="900" b="1">
                  <a:solidFill>
                    <a:schemeClr val="dk1"/>
                  </a:solidFill>
                  <a:latin typeface="Outfit"/>
                  <a:ea typeface="Outfit"/>
                  <a:cs typeface="Outfit"/>
                  <a:sym typeface="Outfit"/>
                </a:rPr>
                <a:t>réussite</a:t>
              </a:r>
              <a:r>
                <a:rPr lang="en" sz="900">
                  <a:solidFill>
                    <a:schemeClr val="dk1"/>
                  </a:solidFill>
                  <a:latin typeface="Outfit"/>
                  <a:ea typeface="Outfit"/>
                  <a:cs typeface="Outfit"/>
                  <a:sym typeface="Outfit"/>
                </a:rPr>
                <a:t>.</a:t>
              </a:r>
              <a:endParaRPr sz="900">
                <a:solidFill>
                  <a:schemeClr val="dk1"/>
                </a:solidFill>
                <a:latin typeface="Outfit"/>
                <a:ea typeface="Outfit"/>
                <a:cs typeface="Outfit"/>
                <a:sym typeface="Outfit"/>
              </a:endParaRPr>
            </a:p>
          </p:txBody>
        </p:sp>
        <p:sp>
          <p:nvSpPr>
            <p:cNvPr id="2236" name="Google Shape;2236;p138"/>
            <p:cNvSpPr txBox="1"/>
            <p:nvPr/>
          </p:nvSpPr>
          <p:spPr>
            <a:xfrm>
              <a:off x="609546" y="1386944"/>
              <a:ext cx="390900" cy="149400"/>
            </a:xfrm>
            <a:prstGeom prst="rect">
              <a:avLst/>
            </a:prstGeom>
            <a:noFill/>
            <a:ln>
              <a:noFill/>
            </a:ln>
          </p:spPr>
          <p:txBody>
            <a:bodyPr spcFirstLastPara="1" wrap="square" lIns="20300" tIns="20300" rIns="20300" bIns="20300" anchor="ctr" anchorCtr="0">
              <a:noAutofit/>
            </a:bodyPr>
            <a:lstStyle/>
            <a:p>
              <a:pPr marL="0" marR="0" lvl="0" indent="0" algn="ctr" rtl="0">
                <a:spcBef>
                  <a:spcPts val="0"/>
                </a:spcBef>
                <a:spcAft>
                  <a:spcPts val="0"/>
                </a:spcAft>
                <a:buClr>
                  <a:srgbClr val="FFFFFF"/>
                </a:buClr>
                <a:buSzPts val="2200"/>
                <a:buFont typeface="Century Gothic"/>
                <a:buNone/>
              </a:pPr>
              <a:r>
                <a:rPr lang="en" sz="1100" i="0" u="none" strike="noStrike" cap="none">
                  <a:solidFill>
                    <a:srgbClr val="0E2356"/>
                  </a:solidFill>
                  <a:latin typeface="Outfit Medium"/>
                  <a:ea typeface="Outfit Medium"/>
                  <a:cs typeface="Outfit Medium"/>
                  <a:sym typeface="Outfit Medium"/>
                </a:rPr>
                <a:t>1.</a:t>
              </a:r>
              <a:endParaRPr sz="1100" i="0" u="none" strike="noStrike" cap="none">
                <a:solidFill>
                  <a:srgbClr val="0E2356"/>
                </a:solidFill>
                <a:latin typeface="Outfit Medium"/>
                <a:ea typeface="Outfit Medium"/>
                <a:cs typeface="Outfit Medium"/>
                <a:sym typeface="Outfit Medium"/>
              </a:endParaRPr>
            </a:p>
          </p:txBody>
        </p:sp>
      </p:grpSp>
      <p:grpSp>
        <p:nvGrpSpPr>
          <p:cNvPr id="2237" name="Google Shape;2237;p138"/>
          <p:cNvGrpSpPr/>
          <p:nvPr/>
        </p:nvGrpSpPr>
        <p:grpSpPr>
          <a:xfrm>
            <a:off x="3838970" y="748392"/>
            <a:ext cx="1894920" cy="4391218"/>
            <a:chOff x="609546" y="1279275"/>
            <a:chExt cx="1894920" cy="4391218"/>
          </a:xfrm>
        </p:grpSpPr>
        <p:grpSp>
          <p:nvGrpSpPr>
            <p:cNvPr id="2238" name="Google Shape;2238;p138"/>
            <p:cNvGrpSpPr/>
            <p:nvPr/>
          </p:nvGrpSpPr>
          <p:grpSpPr>
            <a:xfrm>
              <a:off x="1610350" y="1720952"/>
              <a:ext cx="793663" cy="268569"/>
              <a:chOff x="2358034" y="1510279"/>
              <a:chExt cx="1012196" cy="342519"/>
            </a:xfrm>
          </p:grpSpPr>
          <p:cxnSp>
            <p:nvCxnSpPr>
              <p:cNvPr id="2239" name="Google Shape;2239;p138"/>
              <p:cNvCxnSpPr>
                <a:stCxn id="2240" idx="0"/>
                <a:endCxn id="2241" idx="4"/>
              </p:cNvCxnSpPr>
              <p:nvPr/>
            </p:nvCxnSpPr>
            <p:spPr>
              <a:xfrm rot="10800000" flipH="1">
                <a:off x="2398384" y="1721801"/>
                <a:ext cx="814800" cy="300"/>
              </a:xfrm>
              <a:prstGeom prst="straightConnector1">
                <a:avLst/>
              </a:prstGeom>
              <a:noFill/>
              <a:ln w="9525" cap="flat" cmpd="sng">
                <a:solidFill>
                  <a:srgbClr val="0E2356"/>
                </a:solidFill>
                <a:prstDash val="solid"/>
                <a:round/>
                <a:headEnd type="none" w="med" len="med"/>
                <a:tailEnd type="none" w="med" len="med"/>
              </a:ln>
            </p:spPr>
          </p:cxnSp>
          <p:cxnSp>
            <p:nvCxnSpPr>
              <p:cNvPr id="2242" name="Google Shape;2242;p138"/>
              <p:cNvCxnSpPr>
                <a:stCxn id="2240" idx="2"/>
                <a:endCxn id="2241" idx="0"/>
              </p:cNvCxnSpPr>
              <p:nvPr/>
            </p:nvCxnSpPr>
            <p:spPr>
              <a:xfrm rot="10800000" flipH="1">
                <a:off x="2399829" y="1641127"/>
                <a:ext cx="813300" cy="300"/>
              </a:xfrm>
              <a:prstGeom prst="straightConnector1">
                <a:avLst/>
              </a:prstGeom>
              <a:noFill/>
              <a:ln w="9525" cap="flat" cmpd="sng">
                <a:solidFill>
                  <a:srgbClr val="0E2356"/>
                </a:solidFill>
                <a:prstDash val="solid"/>
                <a:round/>
                <a:headEnd type="none" w="med" len="med"/>
                <a:tailEnd type="none" w="med" len="med"/>
              </a:ln>
            </p:spPr>
          </p:cxnSp>
          <p:cxnSp>
            <p:nvCxnSpPr>
              <p:cNvPr id="2243" name="Google Shape;2243;p138"/>
              <p:cNvCxnSpPr>
                <a:stCxn id="2241" idx="0"/>
                <a:endCxn id="2244" idx="0"/>
              </p:cNvCxnSpPr>
              <p:nvPr/>
            </p:nvCxnSpPr>
            <p:spPr>
              <a:xfrm rot="10800000">
                <a:off x="3156479" y="1598275"/>
                <a:ext cx="56700" cy="42900"/>
              </a:xfrm>
              <a:prstGeom prst="straightConnector1">
                <a:avLst/>
              </a:prstGeom>
              <a:noFill/>
              <a:ln w="9525" cap="flat" cmpd="sng">
                <a:solidFill>
                  <a:srgbClr val="0E2356"/>
                </a:solidFill>
                <a:prstDash val="solid"/>
                <a:round/>
                <a:headEnd type="none" w="med" len="med"/>
                <a:tailEnd type="none" w="med" len="med"/>
              </a:ln>
            </p:spPr>
          </p:cxnSp>
          <p:sp>
            <p:nvSpPr>
              <p:cNvPr id="2244" name="Google Shape;2244;p138"/>
              <p:cNvSpPr/>
              <p:nvPr/>
            </p:nvSpPr>
            <p:spPr>
              <a:xfrm rot="-8585225">
                <a:off x="3140453" y="1526269"/>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0" name="Google Shape;2240;p138"/>
              <p:cNvSpPr/>
              <p:nvPr/>
            </p:nvSpPr>
            <p:spPr>
              <a:xfrm rot="10800000">
                <a:off x="2358034" y="1641401"/>
                <a:ext cx="80700" cy="8070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45" name="Google Shape;2245;p138"/>
              <p:cNvCxnSpPr>
                <a:stCxn id="2246" idx="2"/>
                <a:endCxn id="2244" idx="2"/>
              </p:cNvCxnSpPr>
              <p:nvPr/>
            </p:nvCxnSpPr>
            <p:spPr>
              <a:xfrm rot="10800000">
                <a:off x="3205438" y="1535072"/>
                <a:ext cx="148200" cy="113700"/>
              </a:xfrm>
              <a:prstGeom prst="straightConnector1">
                <a:avLst/>
              </a:prstGeom>
              <a:noFill/>
              <a:ln w="9525" cap="flat" cmpd="sng">
                <a:solidFill>
                  <a:srgbClr val="0E2356"/>
                </a:solidFill>
                <a:prstDash val="solid"/>
                <a:round/>
                <a:headEnd type="none" w="med" len="med"/>
                <a:tailEnd type="none" w="med" len="med"/>
              </a:ln>
            </p:spPr>
          </p:cxnSp>
          <p:sp>
            <p:nvSpPr>
              <p:cNvPr id="2247" name="Google Shape;2247;p138"/>
              <p:cNvSpPr/>
              <p:nvPr/>
            </p:nvSpPr>
            <p:spPr>
              <a:xfrm rot="-2214775" flipH="1">
                <a:off x="3139967" y="1756888"/>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48" name="Google Shape;2248;p138"/>
              <p:cNvCxnSpPr>
                <a:stCxn id="2246" idx="0"/>
                <a:endCxn id="2247" idx="2"/>
              </p:cNvCxnSpPr>
              <p:nvPr/>
            </p:nvCxnSpPr>
            <p:spPr>
              <a:xfrm flipH="1">
                <a:off x="3205019" y="1713189"/>
                <a:ext cx="149100" cy="114600"/>
              </a:xfrm>
              <a:prstGeom prst="straightConnector1">
                <a:avLst/>
              </a:prstGeom>
              <a:noFill/>
              <a:ln w="9525" cap="flat" cmpd="sng">
                <a:solidFill>
                  <a:srgbClr val="0E2356"/>
                </a:solidFill>
                <a:prstDash val="solid"/>
                <a:round/>
                <a:headEnd type="none" w="med" len="med"/>
                <a:tailEnd type="none" w="med" len="med"/>
              </a:ln>
            </p:spPr>
          </p:cxnSp>
          <p:sp>
            <p:nvSpPr>
              <p:cNvPr id="2246" name="Google Shape;2246;p138"/>
              <p:cNvSpPr/>
              <p:nvPr/>
            </p:nvSpPr>
            <p:spPr>
              <a:xfrm rot="10800000" flipH="1">
                <a:off x="3290430" y="1641256"/>
                <a:ext cx="79800" cy="79800"/>
              </a:xfrm>
              <a:prstGeom prst="arc">
                <a:avLst>
                  <a:gd name="adj1" fmla="val 18395961"/>
                  <a:gd name="adj2" fmla="val 3255347"/>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41" name="Google Shape;2241;p138"/>
              <p:cNvSpPr/>
              <p:nvPr/>
            </p:nvSpPr>
            <p:spPr>
              <a:xfrm>
                <a:off x="3172829" y="1641175"/>
                <a:ext cx="80700" cy="807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49" name="Google Shape;2249;p138"/>
              <p:cNvCxnSpPr>
                <a:stCxn id="2241" idx="4"/>
                <a:endCxn id="2247" idx="0"/>
              </p:cNvCxnSpPr>
              <p:nvPr/>
            </p:nvCxnSpPr>
            <p:spPr>
              <a:xfrm flipH="1">
                <a:off x="3155879" y="1721875"/>
                <a:ext cx="57300" cy="42900"/>
              </a:xfrm>
              <a:prstGeom prst="straightConnector1">
                <a:avLst/>
              </a:prstGeom>
              <a:noFill/>
              <a:ln w="9525" cap="flat" cmpd="sng">
                <a:solidFill>
                  <a:srgbClr val="0E2356"/>
                </a:solidFill>
                <a:prstDash val="solid"/>
                <a:round/>
                <a:headEnd type="none" w="med" len="med"/>
                <a:tailEnd type="none" w="med" len="med"/>
              </a:ln>
            </p:spPr>
          </p:cxnSp>
        </p:grpSp>
        <p:sp>
          <p:nvSpPr>
            <p:cNvPr id="2250" name="Google Shape;2250;p138"/>
            <p:cNvSpPr/>
            <p:nvPr/>
          </p:nvSpPr>
          <p:spPr>
            <a:xfrm rot="10800000" flipH="1">
              <a:off x="617179" y="1279275"/>
              <a:ext cx="370800" cy="370800"/>
            </a:xfrm>
            <a:prstGeom prst="teardrop">
              <a:avLst>
                <a:gd name="adj" fmla="val 10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1" name="Google Shape;2251;p138"/>
            <p:cNvSpPr/>
            <p:nvPr/>
          </p:nvSpPr>
          <p:spPr>
            <a:xfrm rot="10800000" flipH="1">
              <a:off x="983286" y="1424875"/>
              <a:ext cx="1148700" cy="462300"/>
            </a:xfrm>
            <a:prstGeom prst="round2DiagRect">
              <a:avLst>
                <a:gd name="adj1" fmla="val 50000"/>
                <a:gd name="adj2" fmla="val 0"/>
              </a:avLst>
            </a:prstGeom>
            <a:solidFill>
              <a:srgbClr val="FFFFFF"/>
            </a:solid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utfit"/>
                <a:ea typeface="Outfit"/>
                <a:cs typeface="Outfit"/>
                <a:sym typeface="Outfit"/>
              </a:endParaRPr>
            </a:p>
          </p:txBody>
        </p:sp>
        <p:sp>
          <p:nvSpPr>
            <p:cNvPr id="2252" name="Google Shape;2252;p138"/>
            <p:cNvSpPr txBox="1"/>
            <p:nvPr/>
          </p:nvSpPr>
          <p:spPr>
            <a:xfrm>
              <a:off x="1031536" y="1479025"/>
              <a:ext cx="1148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0E2356"/>
                  </a:solidFill>
                  <a:latin typeface="Outfit"/>
                  <a:ea typeface="Outfit"/>
                  <a:cs typeface="Outfit"/>
                  <a:sym typeface="Outfit"/>
                </a:rPr>
                <a:t>Rayonnement</a:t>
              </a:r>
              <a:endParaRPr sz="1100" b="1">
                <a:solidFill>
                  <a:srgbClr val="0E2356"/>
                </a:solidFill>
              </a:endParaRPr>
            </a:p>
          </p:txBody>
        </p:sp>
        <p:sp>
          <p:nvSpPr>
            <p:cNvPr id="2253" name="Google Shape;2253;p138"/>
            <p:cNvSpPr txBox="1"/>
            <p:nvPr/>
          </p:nvSpPr>
          <p:spPr>
            <a:xfrm>
              <a:off x="987967" y="2076193"/>
              <a:ext cx="1516500" cy="3594300"/>
            </a:xfrm>
            <a:prstGeom prst="rect">
              <a:avLst/>
            </a:prstGeom>
            <a:noFill/>
            <a:ln>
              <a:noFill/>
            </a:ln>
          </p:spPr>
          <p:txBody>
            <a:bodyPr spcFirstLastPara="1" wrap="square" lIns="20300" tIns="20300" rIns="20300" bIns="20300" anchor="t" anchorCtr="0">
              <a:noAutofit/>
            </a:bodyPr>
            <a:lstStyle/>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OCTO est reconnu sur le marché français de par ses </a:t>
              </a:r>
              <a:r>
                <a:rPr lang="en" sz="900" u="sng">
                  <a:solidFill>
                    <a:schemeClr val="hlink"/>
                  </a:solidFill>
                  <a:latin typeface="Outfit"/>
                  <a:ea typeface="Outfit"/>
                  <a:cs typeface="Outfit"/>
                  <a:sym typeface="Outfit"/>
                  <a:hlinkClick r:id="rId3"/>
                </a:rPr>
                <a:t>conférences</a:t>
              </a:r>
              <a:r>
                <a:rPr lang="en" sz="900">
                  <a:solidFill>
                    <a:srgbClr val="0E2356"/>
                  </a:solidFill>
                  <a:latin typeface="Outfit"/>
                  <a:ea typeface="Outfit"/>
                  <a:cs typeface="Outfit"/>
                  <a:sym typeface="Outfit"/>
                </a:rPr>
                <a:t>, ses </a:t>
              </a:r>
              <a:r>
                <a:rPr lang="en" sz="900" u="sng">
                  <a:solidFill>
                    <a:schemeClr val="hlink"/>
                  </a:solidFill>
                  <a:latin typeface="Outfit"/>
                  <a:ea typeface="Outfit"/>
                  <a:cs typeface="Outfit"/>
                  <a:sym typeface="Outfit"/>
                  <a:hlinkClick r:id="rId4"/>
                </a:rPr>
                <a:t>publications </a:t>
              </a:r>
              <a:r>
                <a:rPr lang="en" sz="900">
                  <a:solidFill>
                    <a:srgbClr val="0E2356"/>
                  </a:solidFill>
                  <a:latin typeface="Outfit"/>
                  <a:ea typeface="Outfit"/>
                  <a:cs typeface="Outfit"/>
                  <a:sym typeface="Outfit"/>
                </a:rPr>
                <a:t>et ses </a:t>
              </a:r>
              <a:r>
                <a:rPr lang="en" sz="900" u="sng">
                  <a:solidFill>
                    <a:schemeClr val="hlink"/>
                  </a:solidFill>
                  <a:latin typeface="Outfit"/>
                  <a:ea typeface="Outfit"/>
                  <a:cs typeface="Outfit"/>
                  <a:sym typeface="Outfit"/>
                  <a:hlinkClick r:id="rId5"/>
                </a:rPr>
                <a:t>événements </a:t>
              </a:r>
              <a:r>
                <a:rPr lang="en" sz="900">
                  <a:solidFill>
                    <a:srgbClr val="0E2356"/>
                  </a:solidFill>
                  <a:latin typeface="Outfit"/>
                  <a:ea typeface="Outfit"/>
                  <a:cs typeface="Outfit"/>
                  <a:sym typeface="Outfit"/>
                </a:rPr>
                <a:t>en lien avec ses expertises. </a:t>
              </a: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endParaRPr sz="4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Nous vous proposons de partager ce </a:t>
              </a:r>
              <a:r>
                <a:rPr lang="en" sz="900" b="1">
                  <a:solidFill>
                    <a:srgbClr val="0E2356"/>
                  </a:solidFill>
                  <a:latin typeface="Outfit"/>
                  <a:ea typeface="Outfit"/>
                  <a:cs typeface="Outfit"/>
                  <a:sym typeface="Outfit"/>
                </a:rPr>
                <a:t>rayonnement </a:t>
              </a:r>
              <a:r>
                <a:rPr lang="en" sz="900">
                  <a:solidFill>
                    <a:srgbClr val="0E2356"/>
                  </a:solidFill>
                  <a:latin typeface="Outfit"/>
                  <a:ea typeface="Outfit"/>
                  <a:cs typeface="Outfit"/>
                  <a:sym typeface="Outfit"/>
                </a:rPr>
                <a:t>avec vous, au quotidien, au travers des coaching et de manière régulière via des </a:t>
              </a:r>
              <a:r>
                <a:rPr lang="en" sz="900" b="1">
                  <a:solidFill>
                    <a:srgbClr val="0E2356"/>
                  </a:solidFill>
                  <a:latin typeface="Outfit"/>
                  <a:ea typeface="Outfit"/>
                  <a:cs typeface="Outfit"/>
                  <a:sym typeface="Outfit"/>
                </a:rPr>
                <a:t>cercles de partage </a:t>
              </a:r>
              <a:r>
                <a:rPr lang="en" sz="900">
                  <a:solidFill>
                    <a:srgbClr val="0E2356"/>
                  </a:solidFill>
                  <a:latin typeface="Outfit"/>
                  <a:ea typeface="Outfit"/>
                  <a:cs typeface="Outfit"/>
                  <a:sym typeface="Outfit"/>
                </a:rPr>
                <a:t>que nous organiserons avec des experts sur les thématiques d’actualité dans le cadre de votre transformation. </a:t>
              </a: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endParaRPr sz="4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r>
                <a:rPr lang="en" sz="900">
                  <a:solidFill>
                    <a:srgbClr val="0E2356"/>
                  </a:solidFill>
                  <a:latin typeface="Outfit"/>
                  <a:ea typeface="Outfit"/>
                  <a:cs typeface="Outfit"/>
                  <a:sym typeface="Outfit"/>
                </a:rPr>
                <a:t>L’objectif sera de </a:t>
              </a:r>
              <a:r>
                <a:rPr lang="en" sz="900" b="1">
                  <a:solidFill>
                    <a:srgbClr val="0E2356"/>
                  </a:solidFill>
                  <a:latin typeface="Outfit"/>
                  <a:ea typeface="Outfit"/>
                  <a:cs typeface="Outfit"/>
                  <a:sym typeface="Outfit"/>
                </a:rPr>
                <a:t>soutenir l’appropriation agile</a:t>
              </a:r>
              <a:r>
                <a:rPr lang="en" sz="900">
                  <a:solidFill>
                    <a:srgbClr val="0E2356"/>
                  </a:solidFill>
                  <a:latin typeface="Outfit"/>
                  <a:ea typeface="Outfit"/>
                  <a:cs typeface="Outfit"/>
                  <a:sym typeface="Outfit"/>
                </a:rPr>
                <a:t> </a:t>
              </a:r>
              <a:r>
                <a:rPr lang="en" sz="900" b="1">
                  <a:solidFill>
                    <a:srgbClr val="0E2356"/>
                  </a:solidFill>
                  <a:latin typeface="Outfit"/>
                  <a:ea typeface="Outfit"/>
                  <a:cs typeface="Outfit"/>
                  <a:sym typeface="Outfit"/>
                </a:rPr>
                <a:t>par vos équipes</a:t>
              </a:r>
              <a:r>
                <a:rPr lang="en" sz="900">
                  <a:solidFill>
                    <a:srgbClr val="0E2356"/>
                  </a:solidFill>
                  <a:latin typeface="Outfit"/>
                  <a:ea typeface="Outfit"/>
                  <a:cs typeface="Outfit"/>
                  <a:sym typeface="Outfit"/>
                </a:rPr>
                <a:t>, l’adhésion et l’animation de vos </a:t>
              </a:r>
              <a:r>
                <a:rPr lang="en" sz="900" b="1">
                  <a:solidFill>
                    <a:srgbClr val="0E2356"/>
                  </a:solidFill>
                  <a:latin typeface="Outfit"/>
                  <a:ea typeface="Outfit"/>
                  <a:cs typeface="Outfit"/>
                  <a:sym typeface="Outfit"/>
                </a:rPr>
                <a:t>communauté de pratiques</a:t>
              </a:r>
              <a:r>
                <a:rPr lang="en" sz="900">
                  <a:solidFill>
                    <a:srgbClr val="0E2356"/>
                  </a:solidFill>
                  <a:latin typeface="Outfit"/>
                  <a:ea typeface="Outfit"/>
                  <a:cs typeface="Outfit"/>
                  <a:sym typeface="Outfit"/>
                </a:rPr>
                <a:t>. </a:t>
              </a:r>
              <a:endParaRPr sz="900">
                <a:solidFill>
                  <a:srgbClr val="0E2356"/>
                </a:solidFill>
                <a:latin typeface="Outfit"/>
                <a:ea typeface="Outfit"/>
                <a:cs typeface="Outfit"/>
                <a:sym typeface="Outfit"/>
              </a:endParaRPr>
            </a:p>
          </p:txBody>
        </p:sp>
        <p:sp>
          <p:nvSpPr>
            <p:cNvPr id="2254" name="Google Shape;2254;p138"/>
            <p:cNvSpPr txBox="1"/>
            <p:nvPr/>
          </p:nvSpPr>
          <p:spPr>
            <a:xfrm>
              <a:off x="609546" y="1390006"/>
              <a:ext cx="390900" cy="149400"/>
            </a:xfrm>
            <a:prstGeom prst="rect">
              <a:avLst/>
            </a:prstGeom>
            <a:noFill/>
            <a:ln>
              <a:noFill/>
            </a:ln>
          </p:spPr>
          <p:txBody>
            <a:bodyPr spcFirstLastPara="1" wrap="square" lIns="20300" tIns="20300" rIns="20300" bIns="20300" anchor="ctr" anchorCtr="0">
              <a:noAutofit/>
            </a:bodyPr>
            <a:lstStyle/>
            <a:p>
              <a:pPr marL="0" marR="0" lvl="0" indent="0" algn="ctr" rtl="0">
                <a:spcBef>
                  <a:spcPts val="0"/>
                </a:spcBef>
                <a:spcAft>
                  <a:spcPts val="0"/>
                </a:spcAft>
                <a:buClr>
                  <a:srgbClr val="FFFFFF"/>
                </a:buClr>
                <a:buSzPts val="2200"/>
                <a:buFont typeface="Century Gothic"/>
                <a:buNone/>
              </a:pPr>
              <a:r>
                <a:rPr lang="en" sz="1100">
                  <a:solidFill>
                    <a:srgbClr val="0E2356"/>
                  </a:solidFill>
                  <a:latin typeface="Outfit Medium"/>
                  <a:ea typeface="Outfit Medium"/>
                  <a:cs typeface="Outfit Medium"/>
                  <a:sym typeface="Outfit Medium"/>
                </a:rPr>
                <a:t>3</a:t>
              </a:r>
              <a:r>
                <a:rPr lang="en" sz="1100" i="0" u="none" strike="noStrike" cap="none">
                  <a:solidFill>
                    <a:srgbClr val="0E2356"/>
                  </a:solidFill>
                  <a:latin typeface="Outfit Medium"/>
                  <a:ea typeface="Outfit Medium"/>
                  <a:cs typeface="Outfit Medium"/>
                  <a:sym typeface="Outfit Medium"/>
                </a:rPr>
                <a:t>.</a:t>
              </a:r>
              <a:endParaRPr sz="1100" i="0" u="none" strike="noStrike" cap="none">
                <a:solidFill>
                  <a:srgbClr val="0E2356"/>
                </a:solidFill>
                <a:latin typeface="Outfit Medium"/>
                <a:ea typeface="Outfit Medium"/>
                <a:cs typeface="Outfit Medium"/>
                <a:sym typeface="Outfit Medium"/>
              </a:endParaRPr>
            </a:p>
          </p:txBody>
        </p:sp>
      </p:grpSp>
      <p:grpSp>
        <p:nvGrpSpPr>
          <p:cNvPr id="2255" name="Google Shape;2255;p138"/>
          <p:cNvGrpSpPr/>
          <p:nvPr/>
        </p:nvGrpSpPr>
        <p:grpSpPr>
          <a:xfrm>
            <a:off x="5699936" y="748392"/>
            <a:ext cx="2044939" cy="4391208"/>
            <a:chOff x="609546" y="1279275"/>
            <a:chExt cx="2044939" cy="4391208"/>
          </a:xfrm>
        </p:grpSpPr>
        <p:grpSp>
          <p:nvGrpSpPr>
            <p:cNvPr id="2256" name="Google Shape;2256;p138"/>
            <p:cNvGrpSpPr/>
            <p:nvPr/>
          </p:nvGrpSpPr>
          <p:grpSpPr>
            <a:xfrm>
              <a:off x="1610350" y="1720952"/>
              <a:ext cx="793663" cy="268569"/>
              <a:chOff x="2358034" y="1510279"/>
              <a:chExt cx="1012196" cy="342519"/>
            </a:xfrm>
          </p:grpSpPr>
          <p:cxnSp>
            <p:nvCxnSpPr>
              <p:cNvPr id="2257" name="Google Shape;2257;p138"/>
              <p:cNvCxnSpPr>
                <a:stCxn id="2258" idx="0"/>
                <a:endCxn id="2259" idx="4"/>
              </p:cNvCxnSpPr>
              <p:nvPr/>
            </p:nvCxnSpPr>
            <p:spPr>
              <a:xfrm rot="10800000" flipH="1">
                <a:off x="2398384" y="1721801"/>
                <a:ext cx="814800" cy="300"/>
              </a:xfrm>
              <a:prstGeom prst="straightConnector1">
                <a:avLst/>
              </a:prstGeom>
              <a:noFill/>
              <a:ln w="9525" cap="flat" cmpd="sng">
                <a:solidFill>
                  <a:srgbClr val="0E2356"/>
                </a:solidFill>
                <a:prstDash val="solid"/>
                <a:round/>
                <a:headEnd type="none" w="med" len="med"/>
                <a:tailEnd type="none" w="med" len="med"/>
              </a:ln>
            </p:spPr>
          </p:cxnSp>
          <p:cxnSp>
            <p:nvCxnSpPr>
              <p:cNvPr id="2260" name="Google Shape;2260;p138"/>
              <p:cNvCxnSpPr>
                <a:stCxn id="2258" idx="2"/>
                <a:endCxn id="2259" idx="0"/>
              </p:cNvCxnSpPr>
              <p:nvPr/>
            </p:nvCxnSpPr>
            <p:spPr>
              <a:xfrm rot="10800000" flipH="1">
                <a:off x="2399829" y="1641127"/>
                <a:ext cx="813300" cy="300"/>
              </a:xfrm>
              <a:prstGeom prst="straightConnector1">
                <a:avLst/>
              </a:prstGeom>
              <a:noFill/>
              <a:ln w="9525" cap="flat" cmpd="sng">
                <a:solidFill>
                  <a:srgbClr val="0E2356"/>
                </a:solidFill>
                <a:prstDash val="solid"/>
                <a:round/>
                <a:headEnd type="none" w="med" len="med"/>
                <a:tailEnd type="none" w="med" len="med"/>
              </a:ln>
            </p:spPr>
          </p:cxnSp>
          <p:cxnSp>
            <p:nvCxnSpPr>
              <p:cNvPr id="2261" name="Google Shape;2261;p138"/>
              <p:cNvCxnSpPr>
                <a:stCxn id="2259" idx="0"/>
                <a:endCxn id="2262" idx="0"/>
              </p:cNvCxnSpPr>
              <p:nvPr/>
            </p:nvCxnSpPr>
            <p:spPr>
              <a:xfrm rot="10800000">
                <a:off x="3156479" y="1598275"/>
                <a:ext cx="56700" cy="42900"/>
              </a:xfrm>
              <a:prstGeom prst="straightConnector1">
                <a:avLst/>
              </a:prstGeom>
              <a:noFill/>
              <a:ln w="9525" cap="flat" cmpd="sng">
                <a:solidFill>
                  <a:srgbClr val="0E2356"/>
                </a:solidFill>
                <a:prstDash val="solid"/>
                <a:round/>
                <a:headEnd type="none" w="med" len="med"/>
                <a:tailEnd type="none" w="med" len="med"/>
              </a:ln>
            </p:spPr>
          </p:cxnSp>
          <p:sp>
            <p:nvSpPr>
              <p:cNvPr id="2262" name="Google Shape;2262;p138"/>
              <p:cNvSpPr/>
              <p:nvPr/>
            </p:nvSpPr>
            <p:spPr>
              <a:xfrm rot="-8585225">
                <a:off x="3140453" y="1526269"/>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8" name="Google Shape;2258;p138"/>
              <p:cNvSpPr/>
              <p:nvPr/>
            </p:nvSpPr>
            <p:spPr>
              <a:xfrm rot="10800000">
                <a:off x="2358034" y="1641401"/>
                <a:ext cx="80700" cy="8070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3" name="Google Shape;2263;p138"/>
              <p:cNvCxnSpPr>
                <a:stCxn id="2264" idx="2"/>
                <a:endCxn id="2262" idx="2"/>
              </p:cNvCxnSpPr>
              <p:nvPr/>
            </p:nvCxnSpPr>
            <p:spPr>
              <a:xfrm rot="10800000">
                <a:off x="3205438" y="1535072"/>
                <a:ext cx="148200" cy="113700"/>
              </a:xfrm>
              <a:prstGeom prst="straightConnector1">
                <a:avLst/>
              </a:prstGeom>
              <a:noFill/>
              <a:ln w="9525" cap="flat" cmpd="sng">
                <a:solidFill>
                  <a:srgbClr val="0E2356"/>
                </a:solidFill>
                <a:prstDash val="solid"/>
                <a:round/>
                <a:headEnd type="none" w="med" len="med"/>
                <a:tailEnd type="none" w="med" len="med"/>
              </a:ln>
            </p:spPr>
          </p:cxnSp>
          <p:sp>
            <p:nvSpPr>
              <p:cNvPr id="2265" name="Google Shape;2265;p138"/>
              <p:cNvSpPr/>
              <p:nvPr/>
            </p:nvSpPr>
            <p:spPr>
              <a:xfrm rot="-2214775" flipH="1">
                <a:off x="3139967" y="1756888"/>
                <a:ext cx="79920" cy="79920"/>
              </a:xfrm>
              <a:prstGeom prst="arc">
                <a:avLst>
                  <a:gd name="adj1" fmla="val 16200000"/>
                  <a:gd name="adj2" fmla="val 5523134"/>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6" name="Google Shape;2266;p138"/>
              <p:cNvCxnSpPr>
                <a:stCxn id="2264" idx="0"/>
                <a:endCxn id="2265" idx="2"/>
              </p:cNvCxnSpPr>
              <p:nvPr/>
            </p:nvCxnSpPr>
            <p:spPr>
              <a:xfrm flipH="1">
                <a:off x="3205019" y="1713189"/>
                <a:ext cx="149100" cy="114600"/>
              </a:xfrm>
              <a:prstGeom prst="straightConnector1">
                <a:avLst/>
              </a:prstGeom>
              <a:noFill/>
              <a:ln w="9525" cap="flat" cmpd="sng">
                <a:solidFill>
                  <a:srgbClr val="0E2356"/>
                </a:solidFill>
                <a:prstDash val="solid"/>
                <a:round/>
                <a:headEnd type="none" w="med" len="med"/>
                <a:tailEnd type="none" w="med" len="med"/>
              </a:ln>
            </p:spPr>
          </p:cxnSp>
          <p:sp>
            <p:nvSpPr>
              <p:cNvPr id="2264" name="Google Shape;2264;p138"/>
              <p:cNvSpPr/>
              <p:nvPr/>
            </p:nvSpPr>
            <p:spPr>
              <a:xfrm rot="10800000" flipH="1">
                <a:off x="3290430" y="1641256"/>
                <a:ext cx="79800" cy="79800"/>
              </a:xfrm>
              <a:prstGeom prst="arc">
                <a:avLst>
                  <a:gd name="adj1" fmla="val 18395961"/>
                  <a:gd name="adj2" fmla="val 3255347"/>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59" name="Google Shape;2259;p138"/>
              <p:cNvSpPr/>
              <p:nvPr/>
            </p:nvSpPr>
            <p:spPr>
              <a:xfrm>
                <a:off x="3172829" y="1641175"/>
                <a:ext cx="80700" cy="80700"/>
              </a:xfrm>
              <a:prstGeom prst="ellipse">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7" name="Google Shape;2267;p138"/>
              <p:cNvCxnSpPr>
                <a:stCxn id="2259" idx="4"/>
                <a:endCxn id="2265" idx="0"/>
              </p:cNvCxnSpPr>
              <p:nvPr/>
            </p:nvCxnSpPr>
            <p:spPr>
              <a:xfrm flipH="1">
                <a:off x="3155879" y="1721875"/>
                <a:ext cx="57300" cy="42900"/>
              </a:xfrm>
              <a:prstGeom prst="straightConnector1">
                <a:avLst/>
              </a:prstGeom>
              <a:noFill/>
              <a:ln w="9525" cap="flat" cmpd="sng">
                <a:solidFill>
                  <a:srgbClr val="0E2356"/>
                </a:solidFill>
                <a:prstDash val="solid"/>
                <a:round/>
                <a:headEnd type="none" w="med" len="med"/>
                <a:tailEnd type="none" w="med" len="med"/>
              </a:ln>
            </p:spPr>
          </p:cxnSp>
        </p:grpSp>
        <p:sp>
          <p:nvSpPr>
            <p:cNvPr id="2268" name="Google Shape;2268;p138"/>
            <p:cNvSpPr/>
            <p:nvPr/>
          </p:nvSpPr>
          <p:spPr>
            <a:xfrm rot="10800000" flipH="1">
              <a:off x="617179" y="1279275"/>
              <a:ext cx="370800" cy="370800"/>
            </a:xfrm>
            <a:prstGeom prst="teardrop">
              <a:avLst>
                <a:gd name="adj" fmla="val 100000"/>
              </a:avLst>
            </a:prstGeom>
            <a:no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269" name="Google Shape;2269;p138"/>
            <p:cNvSpPr/>
            <p:nvPr/>
          </p:nvSpPr>
          <p:spPr>
            <a:xfrm rot="10800000" flipH="1">
              <a:off x="983286" y="1424875"/>
              <a:ext cx="1148700" cy="462300"/>
            </a:xfrm>
            <a:prstGeom prst="round2DiagRect">
              <a:avLst>
                <a:gd name="adj1" fmla="val 50000"/>
                <a:gd name="adj2" fmla="val 0"/>
              </a:avLst>
            </a:prstGeom>
            <a:solidFill>
              <a:srgbClr val="FFFFFF"/>
            </a:solid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utfit"/>
                <a:ea typeface="Outfit"/>
                <a:cs typeface="Outfit"/>
                <a:sym typeface="Outfit"/>
              </a:endParaRPr>
            </a:p>
          </p:txBody>
        </p:sp>
        <p:sp>
          <p:nvSpPr>
            <p:cNvPr id="2270" name="Google Shape;2270;p138"/>
            <p:cNvSpPr txBox="1"/>
            <p:nvPr/>
          </p:nvSpPr>
          <p:spPr>
            <a:xfrm>
              <a:off x="983411" y="1477900"/>
              <a:ext cx="11487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0E2356"/>
                  </a:solidFill>
                  <a:latin typeface="Outfit"/>
                  <a:ea typeface="Outfit"/>
                  <a:cs typeface="Outfit"/>
                  <a:sym typeface="Outfit"/>
                </a:rPr>
                <a:t>Accélération</a:t>
              </a:r>
              <a:endParaRPr sz="1100" b="1">
                <a:solidFill>
                  <a:srgbClr val="0E2356"/>
                </a:solidFill>
              </a:endParaRPr>
            </a:p>
          </p:txBody>
        </p:sp>
        <p:sp>
          <p:nvSpPr>
            <p:cNvPr id="2271" name="Google Shape;2271;p138"/>
            <p:cNvSpPr txBox="1"/>
            <p:nvPr/>
          </p:nvSpPr>
          <p:spPr>
            <a:xfrm>
              <a:off x="864386" y="2076183"/>
              <a:ext cx="1790100" cy="3594300"/>
            </a:xfrm>
            <a:prstGeom prst="rect">
              <a:avLst/>
            </a:prstGeom>
            <a:noFill/>
            <a:ln>
              <a:noFill/>
            </a:ln>
          </p:spPr>
          <p:txBody>
            <a:bodyPr spcFirstLastPara="1" wrap="square" lIns="20300" tIns="20300" rIns="20300" bIns="20300" anchor="t" anchorCtr="0">
              <a:noAutofit/>
            </a:bodyPr>
            <a:lstStyle/>
            <a:p>
              <a:pPr marL="0" lvl="0" indent="0" algn="l" rtl="0">
                <a:lnSpc>
                  <a:spcPct val="115000"/>
                </a:lnSpc>
                <a:spcBef>
                  <a:spcPts val="0"/>
                </a:spcBef>
                <a:spcAft>
                  <a:spcPts val="0"/>
                </a:spcAft>
                <a:buNone/>
              </a:pPr>
              <a:r>
                <a:rPr lang="en" sz="900" b="1">
                  <a:solidFill>
                    <a:srgbClr val="0E2356"/>
                  </a:solidFill>
                  <a:latin typeface="Outfit"/>
                  <a:ea typeface="Outfit"/>
                  <a:cs typeface="Outfit"/>
                  <a:sym typeface="Outfit"/>
                </a:rPr>
                <a:t>Mise à disposition du matériel  certifiant OCTO Academy </a:t>
              </a:r>
              <a:r>
                <a:rPr lang="en" sz="900">
                  <a:solidFill>
                    <a:srgbClr val="0E2356"/>
                  </a:solidFill>
                  <a:latin typeface="Outfit"/>
                  <a:ea typeface="Outfit"/>
                  <a:cs typeface="Outfit"/>
                  <a:sym typeface="Outfit"/>
                </a:rPr>
                <a:t>pour accélérer les phases de formation / acculturation : </a:t>
              </a:r>
              <a:r>
                <a:rPr lang="en" sz="900" u="sng">
                  <a:solidFill>
                    <a:schemeClr val="hlink"/>
                  </a:solidFill>
                  <a:latin typeface="Outfit"/>
                  <a:ea typeface="Outfit"/>
                  <a:cs typeface="Outfit"/>
                  <a:sym typeface="Outfit"/>
                  <a:hlinkClick r:id="rId6"/>
                </a:rPr>
                <a:t>parcours de formation</a:t>
              </a:r>
              <a:r>
                <a:rPr lang="en" sz="900">
                  <a:solidFill>
                    <a:srgbClr val="0E2356"/>
                  </a:solidFill>
                  <a:latin typeface="Outfit"/>
                  <a:ea typeface="Outfit"/>
                  <a:cs typeface="Outfit"/>
                  <a:sym typeface="Outfit"/>
                </a:rPr>
                <a:t> PO, Scrum Master, Managers par exemple (</a:t>
              </a:r>
              <a:r>
                <a:rPr lang="en" sz="900" b="1">
                  <a:solidFill>
                    <a:srgbClr val="0E2356"/>
                  </a:solidFill>
                  <a:latin typeface="Outfit"/>
                  <a:ea typeface="Outfit"/>
                  <a:cs typeface="Outfit"/>
                  <a:sym typeface="Outfit"/>
                </a:rPr>
                <a:t>budget RH / formation</a:t>
              </a:r>
              <a:r>
                <a:rPr lang="en" sz="900">
                  <a:solidFill>
                    <a:srgbClr val="0E2356"/>
                  </a:solidFill>
                  <a:latin typeface="Outfit"/>
                  <a:ea typeface="Outfit"/>
                  <a:cs typeface="Outfit"/>
                  <a:sym typeface="Outfit"/>
                </a:rPr>
                <a:t>). </a:t>
              </a:r>
              <a:endParaRPr sz="9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endParaRPr sz="4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r>
                <a:rPr lang="en" sz="900" b="1">
                  <a:solidFill>
                    <a:srgbClr val="0E2356"/>
                  </a:solidFill>
                  <a:latin typeface="Outfit"/>
                  <a:ea typeface="Outfit"/>
                  <a:cs typeface="Outfit"/>
                  <a:sym typeface="Outfit"/>
                </a:rPr>
                <a:t>Suivi régulier</a:t>
              </a:r>
              <a:r>
                <a:rPr lang="en" sz="900">
                  <a:solidFill>
                    <a:srgbClr val="0E2356"/>
                  </a:solidFill>
                  <a:latin typeface="Outfit"/>
                  <a:ea typeface="Outfit"/>
                  <a:cs typeface="Outfit"/>
                  <a:sym typeface="Outfit"/>
                </a:rPr>
                <a:t> de la </a:t>
              </a:r>
              <a:r>
                <a:rPr lang="en" sz="900" b="1">
                  <a:solidFill>
                    <a:srgbClr val="0E2356"/>
                  </a:solidFill>
                  <a:latin typeface="Outfit"/>
                  <a:ea typeface="Outfit"/>
                  <a:cs typeface="Outfit"/>
                  <a:sym typeface="Outfit"/>
                </a:rPr>
                <a:t>satisfaction </a:t>
              </a:r>
              <a:r>
                <a:rPr lang="en" sz="900">
                  <a:solidFill>
                    <a:srgbClr val="0E2356"/>
                  </a:solidFill>
                  <a:latin typeface="Outfit"/>
                  <a:ea typeface="Outfit"/>
                  <a:cs typeface="Outfit"/>
                  <a:sym typeface="Outfit"/>
                </a:rPr>
                <a:t>de vos collaborateurs et de l’appétence de votre organisation à se transformer au travers des sondages “OCTO Health Check” et baromètre ICAP</a:t>
              </a:r>
              <a:endParaRPr sz="900">
                <a:solidFill>
                  <a:srgbClr val="0E2356"/>
                </a:solidFill>
                <a:latin typeface="Outfit"/>
                <a:ea typeface="Outfit"/>
                <a:cs typeface="Outfit"/>
                <a:sym typeface="Outfit"/>
              </a:endParaRPr>
            </a:p>
            <a:p>
              <a:pPr marL="0" marR="0" lvl="0" indent="0" algn="l" rtl="0">
                <a:lnSpc>
                  <a:spcPct val="120000"/>
                </a:lnSpc>
                <a:spcBef>
                  <a:spcPts val="0"/>
                </a:spcBef>
                <a:spcAft>
                  <a:spcPts val="0"/>
                </a:spcAft>
                <a:buClr>
                  <a:srgbClr val="0E2356"/>
                </a:buClr>
                <a:buSzPts val="800"/>
                <a:buFont typeface="Century Gothic"/>
                <a:buNone/>
              </a:pPr>
              <a:endParaRPr sz="400">
                <a:solidFill>
                  <a:srgbClr val="0E2356"/>
                </a:solidFill>
                <a:latin typeface="Outfit"/>
                <a:ea typeface="Outfit"/>
                <a:cs typeface="Outfit"/>
                <a:sym typeface="Outfit"/>
              </a:endParaRPr>
            </a:p>
            <a:p>
              <a:pPr marL="0" lvl="0" indent="0" algn="l" rtl="0">
                <a:lnSpc>
                  <a:spcPct val="115000"/>
                </a:lnSpc>
                <a:spcBef>
                  <a:spcPts val="0"/>
                </a:spcBef>
                <a:spcAft>
                  <a:spcPts val="0"/>
                </a:spcAft>
                <a:buNone/>
              </a:pPr>
              <a:r>
                <a:rPr lang="en" sz="900" b="1">
                  <a:solidFill>
                    <a:srgbClr val="0E2356"/>
                  </a:solidFill>
                  <a:latin typeface="Outfit"/>
                  <a:ea typeface="Outfit"/>
                  <a:cs typeface="Outfit"/>
                  <a:sym typeface="Outfit"/>
                </a:rPr>
                <a:t>Participation </a:t>
              </a:r>
              <a:r>
                <a:rPr lang="en" sz="900">
                  <a:solidFill>
                    <a:srgbClr val="0E2356"/>
                  </a:solidFill>
                  <a:latin typeface="Outfit"/>
                  <a:ea typeface="Outfit"/>
                  <a:cs typeface="Outfit"/>
                  <a:sym typeface="Outfit"/>
                </a:rPr>
                <a:t>des </a:t>
              </a:r>
              <a:r>
                <a:rPr lang="en" sz="900" b="1">
                  <a:solidFill>
                    <a:srgbClr val="0E2356"/>
                  </a:solidFill>
                  <a:latin typeface="Outfit"/>
                  <a:ea typeface="Outfit"/>
                  <a:cs typeface="Outfit"/>
                  <a:sym typeface="Outfit"/>
                </a:rPr>
                <a:t>acteurs clés</a:t>
              </a:r>
              <a:r>
                <a:rPr lang="en" sz="900">
                  <a:solidFill>
                    <a:srgbClr val="0E2356"/>
                  </a:solidFill>
                  <a:latin typeface="Outfit"/>
                  <a:ea typeface="Outfit"/>
                  <a:cs typeface="Outfit"/>
                  <a:sym typeface="Outfit"/>
                </a:rPr>
                <a:t> aux événements clés OCTO</a:t>
              </a:r>
              <a:br>
                <a:rPr lang="en" sz="900">
                  <a:solidFill>
                    <a:srgbClr val="0E2356"/>
                  </a:solidFill>
                  <a:latin typeface="Outfit"/>
                  <a:ea typeface="Outfit"/>
                  <a:cs typeface="Outfit"/>
                  <a:sym typeface="Outfit"/>
                </a:rPr>
              </a:br>
              <a:r>
                <a:rPr lang="en" sz="900">
                  <a:solidFill>
                    <a:srgbClr val="0E2356"/>
                  </a:solidFill>
                  <a:latin typeface="Outfit"/>
                  <a:ea typeface="Outfit"/>
                  <a:cs typeface="Outfit"/>
                  <a:sym typeface="Outfit"/>
                </a:rPr>
                <a:t>sur le thème de l’agilité et du Produit : </a:t>
              </a:r>
              <a:r>
                <a:rPr lang="en" sz="900" u="sng">
                  <a:solidFill>
                    <a:schemeClr val="hlink"/>
                  </a:solidFill>
                  <a:latin typeface="Outfit"/>
                  <a:ea typeface="Outfit"/>
                  <a:cs typeface="Outfit"/>
                  <a:sym typeface="Outfit"/>
                  <a:hlinkClick r:id="rId7"/>
                </a:rPr>
                <a:t>School of Product</a:t>
              </a:r>
              <a:r>
                <a:rPr lang="en" sz="900">
                  <a:solidFill>
                    <a:srgbClr val="0E2356"/>
                  </a:solidFill>
                  <a:latin typeface="Outfit"/>
                  <a:ea typeface="Outfit"/>
                  <a:cs typeface="Outfit"/>
                  <a:sym typeface="Outfit"/>
                </a:rPr>
                <a:t>, </a:t>
              </a:r>
              <a:r>
                <a:rPr lang="en" sz="900" u="sng">
                  <a:solidFill>
                    <a:schemeClr val="hlink"/>
                  </a:solidFill>
                  <a:latin typeface="Outfit"/>
                  <a:ea typeface="Outfit"/>
                  <a:cs typeface="Outfit"/>
                  <a:sym typeface="Outfit"/>
                  <a:hlinkClick r:id="rId8"/>
                </a:rPr>
                <a:t>Café du PO</a:t>
              </a:r>
              <a:r>
                <a:rPr lang="en" sz="900">
                  <a:solidFill>
                    <a:srgbClr val="0E2356"/>
                  </a:solidFill>
                  <a:latin typeface="Outfit"/>
                  <a:ea typeface="Outfit"/>
                  <a:cs typeface="Outfit"/>
                  <a:sym typeface="Outfit"/>
                </a:rPr>
                <a:t>, Lounge Produit, </a:t>
              </a:r>
              <a:r>
                <a:rPr lang="en" sz="900" u="sng">
                  <a:solidFill>
                    <a:schemeClr val="hlink"/>
                  </a:solidFill>
                  <a:latin typeface="Outfit"/>
                  <a:ea typeface="Outfit"/>
                  <a:cs typeface="Outfit"/>
                  <a:sym typeface="Outfit"/>
                  <a:hlinkClick r:id="rId9"/>
                </a:rPr>
                <a:t>Comptoirs clients</a:t>
              </a:r>
              <a:r>
                <a:rPr lang="en" sz="900">
                  <a:solidFill>
                    <a:srgbClr val="0E2356"/>
                  </a:solidFill>
                  <a:latin typeface="Outfit"/>
                  <a:ea typeface="Outfit"/>
                  <a:cs typeface="Outfit"/>
                  <a:sym typeface="Outfit"/>
                </a:rPr>
                <a:t>, … </a:t>
              </a:r>
              <a:endParaRPr sz="900">
                <a:solidFill>
                  <a:srgbClr val="0E2356"/>
                </a:solidFill>
                <a:latin typeface="Outfit"/>
                <a:ea typeface="Outfit"/>
                <a:cs typeface="Outfit"/>
                <a:sym typeface="Outfit"/>
              </a:endParaRPr>
            </a:p>
          </p:txBody>
        </p:sp>
        <p:sp>
          <p:nvSpPr>
            <p:cNvPr id="2272" name="Google Shape;2272;p138"/>
            <p:cNvSpPr txBox="1"/>
            <p:nvPr/>
          </p:nvSpPr>
          <p:spPr>
            <a:xfrm>
              <a:off x="609546" y="1390006"/>
              <a:ext cx="390900" cy="149400"/>
            </a:xfrm>
            <a:prstGeom prst="rect">
              <a:avLst/>
            </a:prstGeom>
            <a:noFill/>
            <a:ln>
              <a:noFill/>
            </a:ln>
          </p:spPr>
          <p:txBody>
            <a:bodyPr spcFirstLastPara="1" wrap="square" lIns="20300" tIns="20300" rIns="20300" bIns="20300" anchor="ctr" anchorCtr="0">
              <a:noAutofit/>
            </a:bodyPr>
            <a:lstStyle/>
            <a:p>
              <a:pPr marL="0" marR="0" lvl="0" indent="0" algn="ctr" rtl="0">
                <a:spcBef>
                  <a:spcPts val="0"/>
                </a:spcBef>
                <a:spcAft>
                  <a:spcPts val="0"/>
                </a:spcAft>
                <a:buClr>
                  <a:srgbClr val="FFFFFF"/>
                </a:buClr>
                <a:buSzPts val="2200"/>
                <a:buFont typeface="Century Gothic"/>
                <a:buNone/>
              </a:pPr>
              <a:r>
                <a:rPr lang="en" sz="1100">
                  <a:solidFill>
                    <a:srgbClr val="0E2356"/>
                  </a:solidFill>
                  <a:latin typeface="Outfit Medium"/>
                  <a:ea typeface="Outfit Medium"/>
                  <a:cs typeface="Outfit Medium"/>
                  <a:sym typeface="Outfit Medium"/>
                </a:rPr>
                <a:t>4</a:t>
              </a:r>
              <a:r>
                <a:rPr lang="en" sz="1100" i="0" u="none" strike="noStrike" cap="none">
                  <a:solidFill>
                    <a:srgbClr val="0E2356"/>
                  </a:solidFill>
                  <a:latin typeface="Outfit Medium"/>
                  <a:ea typeface="Outfit Medium"/>
                  <a:cs typeface="Outfit Medium"/>
                  <a:sym typeface="Outfit Medium"/>
                </a:rPr>
                <a:t>.</a:t>
              </a:r>
              <a:endParaRPr sz="1100" i="0" u="none" strike="noStrike" cap="none">
                <a:solidFill>
                  <a:srgbClr val="0E2356"/>
                </a:solidFill>
                <a:latin typeface="Outfit Medium"/>
                <a:ea typeface="Outfit Medium"/>
                <a:cs typeface="Outfit Medium"/>
                <a:sym typeface="Outfit Medium"/>
              </a:endParaRPr>
            </a:p>
          </p:txBody>
        </p:sp>
      </p:grpSp>
      <p:pic>
        <p:nvPicPr>
          <p:cNvPr id="2273" name="Google Shape;2273;p138"/>
          <p:cNvPicPr preferRelativeResize="0"/>
          <p:nvPr/>
        </p:nvPicPr>
        <p:blipFill>
          <a:blip r:embed="rId10">
            <a:alphaModFix/>
          </a:blip>
          <a:stretch>
            <a:fillRect/>
          </a:stretch>
        </p:blipFill>
        <p:spPr>
          <a:xfrm>
            <a:off x="7871415" y="1525455"/>
            <a:ext cx="1131825" cy="2176373"/>
          </a:xfrm>
          <a:prstGeom prst="rect">
            <a:avLst/>
          </a:prstGeom>
          <a:noFill/>
          <a:ln>
            <a:noFill/>
          </a:ln>
        </p:spPr>
      </p:pic>
      <p:sp>
        <p:nvSpPr>
          <p:cNvPr id="2274" name="Google Shape;2274;p138"/>
          <p:cNvSpPr/>
          <p:nvPr/>
        </p:nvSpPr>
        <p:spPr>
          <a:xfrm rot="10800000" flipH="1">
            <a:off x="7862988" y="893992"/>
            <a:ext cx="1148700" cy="462300"/>
          </a:xfrm>
          <a:prstGeom prst="round2DiagRect">
            <a:avLst>
              <a:gd name="adj1" fmla="val 50000"/>
              <a:gd name="adj2" fmla="val 0"/>
            </a:avLst>
          </a:prstGeom>
          <a:solidFill>
            <a:srgbClr val="FFFFFF"/>
          </a:solidFill>
          <a:ln w="9525" cap="flat" cmpd="sng">
            <a:solidFill>
              <a:srgbClr val="0E235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utfit"/>
              <a:ea typeface="Outfit"/>
              <a:cs typeface="Outfit"/>
              <a:sym typeface="Outfit"/>
            </a:endParaRPr>
          </a:p>
        </p:txBody>
      </p:sp>
      <p:sp>
        <p:nvSpPr>
          <p:cNvPr id="2275" name="Google Shape;2275;p138"/>
          <p:cNvSpPr txBox="1"/>
          <p:nvPr/>
        </p:nvSpPr>
        <p:spPr>
          <a:xfrm>
            <a:off x="7862988" y="863542"/>
            <a:ext cx="1148700" cy="523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0E2356"/>
                </a:solidFill>
                <a:latin typeface="Outfit"/>
                <a:ea typeface="Outfit"/>
                <a:cs typeface="Outfit"/>
                <a:sym typeface="Outfit"/>
              </a:rPr>
              <a:t>Capital </a:t>
            </a:r>
            <a:endParaRPr sz="1100" b="1">
              <a:solidFill>
                <a:srgbClr val="0E2356"/>
              </a:solidFill>
              <a:latin typeface="Outfit"/>
              <a:ea typeface="Outfit"/>
              <a:cs typeface="Outfit"/>
              <a:sym typeface="Outfit"/>
            </a:endParaRPr>
          </a:p>
          <a:p>
            <a:pPr marL="0" lvl="0" indent="0" algn="ctr" rtl="0">
              <a:spcBef>
                <a:spcPts val="0"/>
              </a:spcBef>
              <a:spcAft>
                <a:spcPts val="0"/>
              </a:spcAft>
              <a:buNone/>
            </a:pPr>
            <a:r>
              <a:rPr lang="en" sz="1100" b="1">
                <a:solidFill>
                  <a:srgbClr val="0E2356"/>
                </a:solidFill>
                <a:latin typeface="Outfit"/>
                <a:ea typeface="Outfit"/>
                <a:cs typeface="Outfit"/>
                <a:sym typeface="Outfit"/>
              </a:rPr>
              <a:t>Humain</a:t>
            </a:r>
            <a:endParaRPr sz="1100" b="1">
              <a:solidFill>
                <a:srgbClr val="0E2356"/>
              </a:solidFill>
              <a:latin typeface="Outfit"/>
              <a:ea typeface="Outfit"/>
              <a:cs typeface="Outfit"/>
              <a:sym typeface="Outfit"/>
            </a:endParaRPr>
          </a:p>
        </p:txBody>
      </p:sp>
      <p:sp>
        <p:nvSpPr>
          <p:cNvPr id="2276" name="Google Shape;2276;p138"/>
          <p:cNvSpPr txBox="1"/>
          <p:nvPr/>
        </p:nvSpPr>
        <p:spPr>
          <a:xfrm>
            <a:off x="7862988" y="3701817"/>
            <a:ext cx="11487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b="1">
                <a:solidFill>
                  <a:srgbClr val="0E2356"/>
                </a:solidFill>
                <a:latin typeface="Outfit"/>
                <a:ea typeface="Outfit"/>
                <a:cs typeface="Outfit"/>
                <a:sym typeface="Outfit"/>
              </a:rPr>
              <a:t>Autonomisation des équipes internes CACF France</a:t>
            </a:r>
            <a:endParaRPr sz="1000" b="1">
              <a:solidFill>
                <a:srgbClr val="0E2356"/>
              </a:solidFill>
              <a:latin typeface="Outfit"/>
              <a:ea typeface="Outfit"/>
              <a:cs typeface="Outfit"/>
              <a:sym typeface="Outfit"/>
            </a:endParaRPr>
          </a:p>
        </p:txBody>
      </p:sp>
    </p:spTree>
  </p:cSld>
  <p:clrMapOvr>
    <a:masterClrMapping/>
  </p:clrMapOvr>
</p:sld>
</file>

<file path=ppt/theme/theme1.xml><?xml version="1.0" encoding="utf-8"?>
<a:theme xmlns:a="http://schemas.openxmlformats.org/drawingml/2006/main" name="2024 - OCTO">
  <a:themeElements>
    <a:clrScheme name="Custom">
      <a:dk1>
        <a:srgbClr val="0E2356"/>
      </a:dk1>
      <a:lt1>
        <a:srgbClr val="FFFFFF"/>
      </a:lt1>
      <a:dk2>
        <a:srgbClr val="3E4F78"/>
      </a:dk2>
      <a:lt2>
        <a:srgbClr val="586586"/>
      </a:lt2>
      <a:accent1>
        <a:srgbClr val="6E7B9A"/>
      </a:accent1>
      <a:accent2>
        <a:srgbClr val="9FA7BB"/>
      </a:accent2>
      <a:accent3>
        <a:srgbClr val="00D2DD"/>
      </a:accent3>
      <a:accent4>
        <a:srgbClr val="B7BDCC"/>
      </a:accent4>
      <a:accent5>
        <a:srgbClr val="CFD3DD"/>
      </a:accent5>
      <a:accent6>
        <a:srgbClr val="E7E9EE"/>
      </a:accent6>
      <a:hlink>
        <a:srgbClr val="33B5CB"/>
      </a:hlink>
      <a:folHlink>
        <a:srgbClr val="33B5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1263</Words>
  <Application>Microsoft Office PowerPoint</Application>
  <PresentationFormat>On-screen Show (16:9)</PresentationFormat>
  <Paragraphs>106</Paragraphs>
  <Slides>5</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vt:i4>
      </vt:variant>
    </vt:vector>
  </HeadingPairs>
  <TitlesOfParts>
    <vt:vector size="14" baseType="lpstr">
      <vt:lpstr>Century Gothic</vt:lpstr>
      <vt:lpstr>Helvetica Neue</vt:lpstr>
      <vt:lpstr>Courier New</vt:lpstr>
      <vt:lpstr>Arial</vt:lpstr>
      <vt:lpstr>Outfit Light</vt:lpstr>
      <vt:lpstr>Outfit</vt:lpstr>
      <vt:lpstr>Outfit Medium</vt:lpstr>
      <vt:lpstr>Outfit SemiBold</vt:lpstr>
      <vt:lpstr>2024 - OCTO</vt:lpstr>
      <vt:lpstr>Nos 7 facteurs clés de réussite sur les transformations en mode Produit</vt:lpstr>
      <vt:lpstr>Nos convictions sur VOTRE transformation en mode Produit (Lot 2) </vt:lpstr>
      <vt:lpstr>Nos convictions sur VOTRE transformation en mode Produit (Lot 2) </vt:lpstr>
      <vt:lpstr>Les points clefs de notre démarche</vt:lpstr>
      <vt:lpstr>Ce que nous pouvons vous apporter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Camus, Claude</dc:creator>
  <cp:lastModifiedBy>Camus, Claude</cp:lastModifiedBy>
  <cp:revision>1</cp:revision>
  <dcterms:modified xsi:type="dcterms:W3CDTF">2026-09-23T13:12:29Z</dcterms:modified>
</cp:coreProperties>
</file>